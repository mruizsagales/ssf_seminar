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7" r:id="rId2"/>
    <p:sldId id="264" r:id="rId3"/>
    <p:sldId id="412" r:id="rId4"/>
    <p:sldId id="261" r:id="rId5"/>
    <p:sldId id="421" r:id="rId6"/>
    <p:sldId id="420" r:id="rId7"/>
    <p:sldId id="417" r:id="rId8"/>
    <p:sldId id="414" r:id="rId9"/>
    <p:sldId id="415" r:id="rId10"/>
    <p:sldId id="416" r:id="rId11"/>
    <p:sldId id="422" r:id="rId12"/>
    <p:sldId id="418" r:id="rId13"/>
    <p:sldId id="426" r:id="rId14"/>
    <p:sldId id="419" r:id="rId15"/>
    <p:sldId id="424" r:id="rId16"/>
    <p:sldId id="423" r:id="rId17"/>
    <p:sldId id="425" r:id="rId18"/>
    <p:sldId id="427" r:id="rId19"/>
    <p:sldId id="428" r:id="rId20"/>
    <p:sldId id="429" r:id="rId21"/>
    <p:sldId id="430" r:id="rId22"/>
    <p:sldId id="431" r:id="rId23"/>
    <p:sldId id="432" r:id="rId24"/>
    <p:sldId id="433" r:id="rId25"/>
    <p:sldId id="434" r:id="rId26"/>
    <p:sldId id="256" r:id="rId2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1969D2-10C6-4660-A55A-42FC1D8DE3AF}" v="47" dt="2026-03-26T15:07:32.0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359" autoAdjust="0"/>
  </p:normalViewPr>
  <p:slideViewPr>
    <p:cSldViewPr snapToGrid="0">
      <p:cViewPr varScale="1">
        <p:scale>
          <a:sx n="47" d="100"/>
          <a:sy n="47" d="100"/>
        </p:scale>
        <p:origin x="139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ás Ordax Sommer" userId="6b983d08-dbed-4956-aa35-404793176881" providerId="ADAL" clId="{1ACDF00C-8BD6-4D5F-A171-6A12A363414E}"/>
    <pc:docChg chg="undo custSel addSld delSld modSld sldOrd modMainMaster">
      <pc:chgData name="Nicolás Ordax Sommer" userId="6b983d08-dbed-4956-aa35-404793176881" providerId="ADAL" clId="{1ACDF00C-8BD6-4D5F-A171-6A12A363414E}" dt="2026-03-26T15:19:21.481" v="2004" actId="14100"/>
      <pc:docMkLst>
        <pc:docMk/>
      </pc:docMkLst>
      <pc:sldChg chg="new setBg">
        <pc:chgData name="Nicolás Ordax Sommer" userId="6b983d08-dbed-4956-aa35-404793176881" providerId="ADAL" clId="{1ACDF00C-8BD6-4D5F-A171-6A12A363414E}" dt="2026-03-25T15:47:21.473" v="2"/>
        <pc:sldMkLst>
          <pc:docMk/>
          <pc:sldMk cId="3986684553" sldId="256"/>
        </pc:sldMkLst>
      </pc:sldChg>
      <pc:sldChg chg="add ord">
        <pc:chgData name="Nicolás Ordax Sommer" userId="6b983d08-dbed-4956-aa35-404793176881" providerId="ADAL" clId="{1ACDF00C-8BD6-4D5F-A171-6A12A363414E}" dt="2026-03-26T13:49:25.470" v="7"/>
        <pc:sldMkLst>
          <pc:docMk/>
          <pc:sldMk cId="97609681" sldId="257"/>
        </pc:sldMkLst>
      </pc:sldChg>
      <pc:sldChg chg="modSp add mod">
        <pc:chgData name="Nicolás Ordax Sommer" userId="6b983d08-dbed-4956-aa35-404793176881" providerId="ADAL" clId="{1ACDF00C-8BD6-4D5F-A171-6A12A363414E}" dt="2026-03-26T15:18:35.165" v="1928" actId="20577"/>
        <pc:sldMkLst>
          <pc:docMk/>
          <pc:sldMk cId="415169244" sldId="261"/>
        </pc:sldMkLst>
        <pc:spChg chg="mod">
          <ac:chgData name="Nicolás Ordax Sommer" userId="6b983d08-dbed-4956-aa35-404793176881" providerId="ADAL" clId="{1ACDF00C-8BD6-4D5F-A171-6A12A363414E}" dt="2026-03-26T14:10:38.553" v="76" actId="20577"/>
          <ac:spMkLst>
            <pc:docMk/>
            <pc:sldMk cId="415169244" sldId="261"/>
            <ac:spMk id="2" creationId="{AB345356-BA55-D463-B7B0-67A0BBFA91D3}"/>
          </ac:spMkLst>
        </pc:spChg>
        <pc:spChg chg="mod">
          <ac:chgData name="Nicolás Ordax Sommer" userId="6b983d08-dbed-4956-aa35-404793176881" providerId="ADAL" clId="{1ACDF00C-8BD6-4D5F-A171-6A12A363414E}" dt="2026-03-26T15:18:35.165" v="1928" actId="20577"/>
          <ac:spMkLst>
            <pc:docMk/>
            <pc:sldMk cId="415169244" sldId="261"/>
            <ac:spMk id="3" creationId="{86E1DB25-B879-7221-E6CB-126CFACFC8D9}"/>
          </ac:spMkLst>
        </pc:spChg>
      </pc:sldChg>
      <pc:sldChg chg="modSp add mod">
        <pc:chgData name="Nicolás Ordax Sommer" userId="6b983d08-dbed-4956-aa35-404793176881" providerId="ADAL" clId="{1ACDF00C-8BD6-4D5F-A171-6A12A363414E}" dt="2026-03-26T13:49:52.282" v="51" actId="20577"/>
        <pc:sldMkLst>
          <pc:docMk/>
          <pc:sldMk cId="458928237" sldId="264"/>
        </pc:sldMkLst>
        <pc:spChg chg="mod">
          <ac:chgData name="Nicolás Ordax Sommer" userId="6b983d08-dbed-4956-aa35-404793176881" providerId="ADAL" clId="{1ACDF00C-8BD6-4D5F-A171-6A12A363414E}" dt="2026-03-26T13:49:52.282" v="51" actId="20577"/>
          <ac:spMkLst>
            <pc:docMk/>
            <pc:sldMk cId="458928237" sldId="264"/>
            <ac:spMk id="2" creationId="{DF558D48-4CB7-32D6-AD47-1F43B7CB4976}"/>
          </ac:spMkLst>
        </pc:spChg>
      </pc:sldChg>
      <pc:sldChg chg="delSp modSp add del mod">
        <pc:chgData name="Nicolás Ordax Sommer" userId="6b983d08-dbed-4956-aa35-404793176881" providerId="ADAL" clId="{1ACDF00C-8BD6-4D5F-A171-6A12A363414E}" dt="2026-03-26T14:39:25.120" v="953" actId="47"/>
        <pc:sldMkLst>
          <pc:docMk/>
          <pc:sldMk cId="2095176293" sldId="348"/>
        </pc:sldMkLst>
        <pc:spChg chg="mod">
          <ac:chgData name="Nicolás Ordax Sommer" userId="6b983d08-dbed-4956-aa35-404793176881" providerId="ADAL" clId="{1ACDF00C-8BD6-4D5F-A171-6A12A363414E}" dt="2026-03-26T14:19:09.478" v="326" actId="20577"/>
          <ac:spMkLst>
            <pc:docMk/>
            <pc:sldMk cId="2095176293" sldId="348"/>
            <ac:spMk id="2" creationId="{B622049E-A0B4-B9E3-33AD-885E97D8C326}"/>
          </ac:spMkLst>
        </pc:spChg>
        <pc:spChg chg="del mod">
          <ac:chgData name="Nicolás Ordax Sommer" userId="6b983d08-dbed-4956-aa35-404793176881" providerId="ADAL" clId="{1ACDF00C-8BD6-4D5F-A171-6A12A363414E}" dt="2026-03-26T14:35:33.044" v="904" actId="478"/>
          <ac:spMkLst>
            <pc:docMk/>
            <pc:sldMk cId="2095176293" sldId="348"/>
            <ac:spMk id="3" creationId="{689A1088-5839-FE94-EBE2-EFD70C4851DE}"/>
          </ac:spMkLst>
        </pc:spChg>
        <pc:spChg chg="del mod">
          <ac:chgData name="Nicolás Ordax Sommer" userId="6b983d08-dbed-4956-aa35-404793176881" providerId="ADAL" clId="{1ACDF00C-8BD6-4D5F-A171-6A12A363414E}" dt="2026-03-26T14:35:34.205" v="905" actId="478"/>
          <ac:spMkLst>
            <pc:docMk/>
            <pc:sldMk cId="2095176293" sldId="348"/>
            <ac:spMk id="19" creationId="{8217F03F-3638-3FD0-361F-07FB7A589506}"/>
          </ac:spMkLst>
        </pc:spChg>
        <pc:grpChg chg="del">
          <ac:chgData name="Nicolás Ordax Sommer" userId="6b983d08-dbed-4956-aa35-404793176881" providerId="ADAL" clId="{1ACDF00C-8BD6-4D5F-A171-6A12A363414E}" dt="2026-03-26T14:18:57.993" v="300" actId="478"/>
          <ac:grpSpMkLst>
            <pc:docMk/>
            <pc:sldMk cId="2095176293" sldId="348"/>
            <ac:grpSpMk id="4" creationId="{13B81A50-236F-5682-A5F3-3CAA018709FF}"/>
          </ac:grpSpMkLst>
        </pc:grpChg>
      </pc:sldChg>
      <pc:sldChg chg="modSp add mod">
        <pc:chgData name="Nicolás Ordax Sommer" userId="6b983d08-dbed-4956-aa35-404793176881" providerId="ADAL" clId="{1ACDF00C-8BD6-4D5F-A171-6A12A363414E}" dt="2026-03-26T14:10:13.886" v="59" actId="20577"/>
        <pc:sldMkLst>
          <pc:docMk/>
          <pc:sldMk cId="2194320591" sldId="412"/>
        </pc:sldMkLst>
        <pc:spChg chg="mod">
          <ac:chgData name="Nicolás Ordax Sommer" userId="6b983d08-dbed-4956-aa35-404793176881" providerId="ADAL" clId="{1ACDF00C-8BD6-4D5F-A171-6A12A363414E}" dt="2026-03-26T14:10:13.886" v="59" actId="20577"/>
          <ac:spMkLst>
            <pc:docMk/>
            <pc:sldMk cId="2194320591" sldId="412"/>
            <ac:spMk id="2" creationId="{58E3E308-A9ED-B214-C902-DE345D299F05}"/>
          </ac:spMkLst>
        </pc:spChg>
      </pc:sldChg>
      <pc:sldChg chg="addSp modSp add del mod">
        <pc:chgData name="Nicolás Ordax Sommer" userId="6b983d08-dbed-4956-aa35-404793176881" providerId="ADAL" clId="{1ACDF00C-8BD6-4D5F-A171-6A12A363414E}" dt="2026-03-26T14:26:45.223" v="729" actId="47"/>
        <pc:sldMkLst>
          <pc:docMk/>
          <pc:sldMk cId="334865890" sldId="413"/>
        </pc:sldMkLst>
        <pc:spChg chg="add mod">
          <ac:chgData name="Nicolás Ordax Sommer" userId="6b983d08-dbed-4956-aa35-404793176881" providerId="ADAL" clId="{1ACDF00C-8BD6-4D5F-A171-6A12A363414E}" dt="2026-03-26T14:20:37.415" v="433" actId="1076"/>
          <ac:spMkLst>
            <pc:docMk/>
            <pc:sldMk cId="334865890" sldId="413"/>
            <ac:spMk id="4" creationId="{B5665DCC-AB71-B12C-F281-9D3B0D75A2EC}"/>
          </ac:spMkLst>
        </pc:spChg>
      </pc:sldChg>
      <pc:sldChg chg="addSp modSp add mod">
        <pc:chgData name="Nicolás Ordax Sommer" userId="6b983d08-dbed-4956-aa35-404793176881" providerId="ADAL" clId="{1ACDF00C-8BD6-4D5F-A171-6A12A363414E}" dt="2026-03-26T14:23:11.165" v="598"/>
        <pc:sldMkLst>
          <pc:docMk/>
          <pc:sldMk cId="1272630242" sldId="414"/>
        </pc:sldMkLst>
        <pc:spChg chg="add mod">
          <ac:chgData name="Nicolás Ordax Sommer" userId="6b983d08-dbed-4956-aa35-404793176881" providerId="ADAL" clId="{1ACDF00C-8BD6-4D5F-A171-6A12A363414E}" dt="2026-03-26T14:23:02.070" v="597" actId="1076"/>
          <ac:spMkLst>
            <pc:docMk/>
            <pc:sldMk cId="1272630242" sldId="414"/>
            <ac:spMk id="4" creationId="{40EEC1F1-DFA2-C98D-D4BB-255038C11A97}"/>
          </ac:spMkLst>
        </pc:spChg>
        <pc:spChg chg="add mod">
          <ac:chgData name="Nicolás Ordax Sommer" userId="6b983d08-dbed-4956-aa35-404793176881" providerId="ADAL" clId="{1ACDF00C-8BD6-4D5F-A171-6A12A363414E}" dt="2026-03-26T14:23:11.165" v="598"/>
          <ac:spMkLst>
            <pc:docMk/>
            <pc:sldMk cId="1272630242" sldId="414"/>
            <ac:spMk id="5" creationId="{5B78DE7A-ECF0-6F08-8382-0CAF8014EB2B}"/>
          </ac:spMkLst>
        </pc:spChg>
        <pc:spChg chg="mod">
          <ac:chgData name="Nicolás Ordax Sommer" userId="6b983d08-dbed-4956-aa35-404793176881" providerId="ADAL" clId="{1ACDF00C-8BD6-4D5F-A171-6A12A363414E}" dt="2026-03-26T14:22:43.420" v="578" actId="207"/>
          <ac:spMkLst>
            <pc:docMk/>
            <pc:sldMk cId="1272630242" sldId="414"/>
            <ac:spMk id="19" creationId="{2BBBD9E4-13F5-293A-4CFA-E50BE4303F9E}"/>
          </ac:spMkLst>
        </pc:spChg>
      </pc:sldChg>
      <pc:sldChg chg="addSp delSp modSp add mod">
        <pc:chgData name="Nicolás Ordax Sommer" userId="6b983d08-dbed-4956-aa35-404793176881" providerId="ADAL" clId="{1ACDF00C-8BD6-4D5F-A171-6A12A363414E}" dt="2026-03-26T14:25:40.616" v="678" actId="20577"/>
        <pc:sldMkLst>
          <pc:docMk/>
          <pc:sldMk cId="3414368576" sldId="415"/>
        </pc:sldMkLst>
        <pc:spChg chg="del">
          <ac:chgData name="Nicolás Ordax Sommer" userId="6b983d08-dbed-4956-aa35-404793176881" providerId="ADAL" clId="{1ACDF00C-8BD6-4D5F-A171-6A12A363414E}" dt="2026-03-26T14:24:07.638" v="601" actId="478"/>
          <ac:spMkLst>
            <pc:docMk/>
            <pc:sldMk cId="3414368576" sldId="415"/>
            <ac:spMk id="4" creationId="{E2FE38A2-F034-BC4E-27E4-1D85147288A0}"/>
          </ac:spMkLst>
        </pc:spChg>
        <pc:spChg chg="add mod">
          <ac:chgData name="Nicolás Ordax Sommer" userId="6b983d08-dbed-4956-aa35-404793176881" providerId="ADAL" clId="{1ACDF00C-8BD6-4D5F-A171-6A12A363414E}" dt="2026-03-26T14:25:21.787" v="675" actId="20577"/>
          <ac:spMkLst>
            <pc:docMk/>
            <pc:sldMk cId="3414368576" sldId="415"/>
            <ac:spMk id="5" creationId="{7D8C8CE4-B47C-E6DF-0FB9-C9AF70432783}"/>
          </ac:spMkLst>
        </pc:spChg>
        <pc:spChg chg="mod">
          <ac:chgData name="Nicolás Ordax Sommer" userId="6b983d08-dbed-4956-aa35-404793176881" providerId="ADAL" clId="{1ACDF00C-8BD6-4D5F-A171-6A12A363414E}" dt="2026-03-26T14:25:40.616" v="678" actId="20577"/>
          <ac:spMkLst>
            <pc:docMk/>
            <pc:sldMk cId="3414368576" sldId="415"/>
            <ac:spMk id="19" creationId="{D667FDC8-A0AD-D0C3-B949-2128C4D26F50}"/>
          </ac:spMkLst>
        </pc:spChg>
      </pc:sldChg>
      <pc:sldChg chg="modSp add mod">
        <pc:chgData name="Nicolás Ordax Sommer" userId="6b983d08-dbed-4956-aa35-404793176881" providerId="ADAL" clId="{1ACDF00C-8BD6-4D5F-A171-6A12A363414E}" dt="2026-03-26T14:26:35.718" v="728" actId="14100"/>
        <pc:sldMkLst>
          <pc:docMk/>
          <pc:sldMk cId="3006038633" sldId="416"/>
        </pc:sldMkLst>
        <pc:spChg chg="mod">
          <ac:chgData name="Nicolás Ordax Sommer" userId="6b983d08-dbed-4956-aa35-404793176881" providerId="ADAL" clId="{1ACDF00C-8BD6-4D5F-A171-6A12A363414E}" dt="2026-03-26T14:26:35.718" v="728" actId="14100"/>
          <ac:spMkLst>
            <pc:docMk/>
            <pc:sldMk cId="3006038633" sldId="416"/>
            <ac:spMk id="5" creationId="{9D4FCFA0-E66D-E361-C641-6CC588813623}"/>
          </ac:spMkLst>
        </pc:spChg>
        <pc:spChg chg="mod">
          <ac:chgData name="Nicolás Ordax Sommer" userId="6b983d08-dbed-4956-aa35-404793176881" providerId="ADAL" clId="{1ACDF00C-8BD6-4D5F-A171-6A12A363414E}" dt="2026-03-26T14:26:17.359" v="703" actId="207"/>
          <ac:spMkLst>
            <pc:docMk/>
            <pc:sldMk cId="3006038633" sldId="416"/>
            <ac:spMk id="19" creationId="{BF633AF7-37FC-B592-4C9F-957449947E08}"/>
          </ac:spMkLst>
        </pc:spChg>
      </pc:sldChg>
      <pc:sldChg chg="addSp modSp add mod">
        <pc:chgData name="Nicolás Ordax Sommer" userId="6b983d08-dbed-4956-aa35-404793176881" providerId="ADAL" clId="{1ACDF00C-8BD6-4D5F-A171-6A12A363414E}" dt="2026-03-26T14:38:23.948" v="950" actId="1076"/>
        <pc:sldMkLst>
          <pc:docMk/>
          <pc:sldMk cId="3182049911" sldId="417"/>
        </pc:sldMkLst>
        <pc:spChg chg="add mod">
          <ac:chgData name="Nicolás Ordax Sommer" userId="6b983d08-dbed-4956-aa35-404793176881" providerId="ADAL" clId="{1ACDF00C-8BD6-4D5F-A171-6A12A363414E}" dt="2026-03-26T14:32:13.460" v="757"/>
          <ac:spMkLst>
            <pc:docMk/>
            <pc:sldMk cId="3182049911" sldId="417"/>
            <ac:spMk id="4" creationId="{AF6EB112-89F9-8E83-95A7-F5A66D346A85}"/>
          </ac:spMkLst>
        </pc:spChg>
        <pc:spChg chg="mod">
          <ac:chgData name="Nicolás Ordax Sommer" userId="6b983d08-dbed-4956-aa35-404793176881" providerId="ADAL" clId="{1ACDF00C-8BD6-4D5F-A171-6A12A363414E}" dt="2026-03-26T14:38:23.948" v="950" actId="1076"/>
          <ac:spMkLst>
            <pc:docMk/>
            <pc:sldMk cId="3182049911" sldId="417"/>
            <ac:spMk id="19" creationId="{72D2D01B-E9D6-13AA-5B88-01A81BCF99AF}"/>
          </ac:spMkLst>
        </pc:spChg>
      </pc:sldChg>
      <pc:sldChg chg="add del">
        <pc:chgData name="Nicolás Ordax Sommer" userId="6b983d08-dbed-4956-aa35-404793176881" providerId="ADAL" clId="{1ACDF00C-8BD6-4D5F-A171-6A12A363414E}" dt="2026-03-26T14:33:07.783" v="759" actId="47"/>
        <pc:sldMkLst>
          <pc:docMk/>
          <pc:sldMk cId="1027958635" sldId="418"/>
        </pc:sldMkLst>
      </pc:sldChg>
      <pc:sldChg chg="add del">
        <pc:chgData name="Nicolás Ordax Sommer" userId="6b983d08-dbed-4956-aa35-404793176881" providerId="ADAL" clId="{1ACDF00C-8BD6-4D5F-A171-6A12A363414E}" dt="2026-03-26T14:32:09.340" v="755"/>
        <pc:sldMkLst>
          <pc:docMk/>
          <pc:sldMk cId="2461049772" sldId="418"/>
        </pc:sldMkLst>
      </pc:sldChg>
      <pc:sldChg chg="delSp modSp add mod">
        <pc:chgData name="Nicolás Ordax Sommer" userId="6b983d08-dbed-4956-aa35-404793176881" providerId="ADAL" clId="{1ACDF00C-8BD6-4D5F-A171-6A12A363414E}" dt="2026-03-26T14:49:32.028" v="1275" actId="1076"/>
        <pc:sldMkLst>
          <pc:docMk/>
          <pc:sldMk cId="3733651639" sldId="418"/>
        </pc:sldMkLst>
        <pc:spChg chg="mod">
          <ac:chgData name="Nicolás Ordax Sommer" userId="6b983d08-dbed-4956-aa35-404793176881" providerId="ADAL" clId="{1ACDF00C-8BD6-4D5F-A171-6A12A363414E}" dt="2026-03-26T14:49:32.028" v="1275" actId="1076"/>
          <ac:spMkLst>
            <pc:docMk/>
            <pc:sldMk cId="3733651639" sldId="418"/>
            <ac:spMk id="2" creationId="{5584961B-BB55-6409-E7EA-81180BD39E01}"/>
          </ac:spMkLst>
        </pc:spChg>
        <pc:spChg chg="del">
          <ac:chgData name="Nicolás Ordax Sommer" userId="6b983d08-dbed-4956-aa35-404793176881" providerId="ADAL" clId="{1ACDF00C-8BD6-4D5F-A171-6A12A363414E}" dt="2026-03-26T14:35:40.271" v="906" actId="478"/>
          <ac:spMkLst>
            <pc:docMk/>
            <pc:sldMk cId="3733651639" sldId="418"/>
            <ac:spMk id="3" creationId="{EB515B67-9BF3-1E15-F4D9-893407CC1204}"/>
          </ac:spMkLst>
        </pc:spChg>
        <pc:spChg chg="del">
          <ac:chgData name="Nicolás Ordax Sommer" userId="6b983d08-dbed-4956-aa35-404793176881" providerId="ADAL" clId="{1ACDF00C-8BD6-4D5F-A171-6A12A363414E}" dt="2026-03-26T14:35:41.263" v="907" actId="478"/>
          <ac:spMkLst>
            <pc:docMk/>
            <pc:sldMk cId="3733651639" sldId="418"/>
            <ac:spMk id="19" creationId="{01F9C145-AFA1-E3A0-4947-09354D7A2FE5}"/>
          </ac:spMkLst>
        </pc:spChg>
      </pc:sldChg>
      <pc:sldChg chg="addSp delSp modSp add mod">
        <pc:chgData name="Nicolás Ordax Sommer" userId="6b983d08-dbed-4956-aa35-404793176881" providerId="ADAL" clId="{1ACDF00C-8BD6-4D5F-A171-6A12A363414E}" dt="2026-03-26T14:43:24.947" v="1060" actId="1076"/>
        <pc:sldMkLst>
          <pc:docMk/>
          <pc:sldMk cId="4166787636" sldId="419"/>
        </pc:sldMkLst>
        <pc:spChg chg="mod">
          <ac:chgData name="Nicolás Ordax Sommer" userId="6b983d08-dbed-4956-aa35-404793176881" providerId="ADAL" clId="{1ACDF00C-8BD6-4D5F-A171-6A12A363414E}" dt="2026-03-26T14:42:11.052" v="1057" actId="20577"/>
          <ac:spMkLst>
            <pc:docMk/>
            <pc:sldMk cId="4166787636" sldId="419"/>
            <ac:spMk id="3" creationId="{5923FDA7-6B28-C25F-5292-1CEFD16310E5}"/>
          </ac:spMkLst>
        </pc:spChg>
        <pc:spChg chg="del">
          <ac:chgData name="Nicolás Ordax Sommer" userId="6b983d08-dbed-4956-aa35-404793176881" providerId="ADAL" clId="{1ACDF00C-8BD6-4D5F-A171-6A12A363414E}" dt="2026-03-26T14:42:24.887" v="1058" actId="478"/>
          <ac:spMkLst>
            <pc:docMk/>
            <pc:sldMk cId="4166787636" sldId="419"/>
            <ac:spMk id="19" creationId="{F09B4CF4-2828-30C8-AFD9-88176798E0A8}"/>
          </ac:spMkLst>
        </pc:spChg>
        <pc:picChg chg="add mod">
          <ac:chgData name="Nicolás Ordax Sommer" userId="6b983d08-dbed-4956-aa35-404793176881" providerId="ADAL" clId="{1ACDF00C-8BD6-4D5F-A171-6A12A363414E}" dt="2026-03-26T14:43:24.947" v="1060" actId="1076"/>
          <ac:picMkLst>
            <pc:docMk/>
            <pc:sldMk cId="4166787636" sldId="419"/>
            <ac:picMk id="5" creationId="{07646711-7A24-BA55-6AC6-F347D26B4F2B}"/>
          </ac:picMkLst>
        </pc:picChg>
      </pc:sldChg>
      <pc:sldChg chg="modSp add mod">
        <pc:chgData name="Nicolás Ordax Sommer" userId="6b983d08-dbed-4956-aa35-404793176881" providerId="ADAL" clId="{1ACDF00C-8BD6-4D5F-A171-6A12A363414E}" dt="2026-03-26T14:38:28.221" v="951" actId="1076"/>
        <pc:sldMkLst>
          <pc:docMk/>
          <pc:sldMk cId="2478665731" sldId="420"/>
        </pc:sldMkLst>
        <pc:spChg chg="mod">
          <ac:chgData name="Nicolás Ordax Sommer" userId="6b983d08-dbed-4956-aa35-404793176881" providerId="ADAL" clId="{1ACDF00C-8BD6-4D5F-A171-6A12A363414E}" dt="2026-03-26T14:38:28.221" v="951" actId="1076"/>
          <ac:spMkLst>
            <pc:docMk/>
            <pc:sldMk cId="2478665731" sldId="420"/>
            <ac:spMk id="19" creationId="{86366B10-EB5D-694E-BF95-84C26C9B2169}"/>
          </ac:spMkLst>
        </pc:spChg>
      </pc:sldChg>
      <pc:sldChg chg="add">
        <pc:chgData name="Nicolás Ordax Sommer" userId="6b983d08-dbed-4956-aa35-404793176881" providerId="ADAL" clId="{1ACDF00C-8BD6-4D5F-A171-6A12A363414E}" dt="2026-03-26T14:39:15.536" v="952"/>
        <pc:sldMkLst>
          <pc:docMk/>
          <pc:sldMk cId="2489781612" sldId="421"/>
        </pc:sldMkLst>
      </pc:sldChg>
      <pc:sldChg chg="delSp modSp add mod">
        <pc:chgData name="Nicolás Ordax Sommer" userId="6b983d08-dbed-4956-aa35-404793176881" providerId="ADAL" clId="{1ACDF00C-8BD6-4D5F-A171-6A12A363414E}" dt="2026-03-26T14:40:16.448" v="1035" actId="1076"/>
        <pc:sldMkLst>
          <pc:docMk/>
          <pc:sldMk cId="1521693069" sldId="422"/>
        </pc:sldMkLst>
        <pc:spChg chg="mod">
          <ac:chgData name="Nicolás Ordax Sommer" userId="6b983d08-dbed-4956-aa35-404793176881" providerId="ADAL" clId="{1ACDF00C-8BD6-4D5F-A171-6A12A363414E}" dt="2026-03-26T14:40:16.448" v="1035" actId="1076"/>
          <ac:spMkLst>
            <pc:docMk/>
            <pc:sldMk cId="1521693069" sldId="422"/>
            <ac:spMk id="5" creationId="{76217757-D608-FBFD-C5FF-AF73CD575342}"/>
          </ac:spMkLst>
        </pc:spChg>
        <pc:spChg chg="del">
          <ac:chgData name="Nicolás Ordax Sommer" userId="6b983d08-dbed-4956-aa35-404793176881" providerId="ADAL" clId="{1ACDF00C-8BD6-4D5F-A171-6A12A363414E}" dt="2026-03-26T14:39:53.055" v="955" actId="478"/>
          <ac:spMkLst>
            <pc:docMk/>
            <pc:sldMk cId="1521693069" sldId="422"/>
            <ac:spMk id="19" creationId="{394E61ED-C196-7E41-AFF0-C087D783BEB6}"/>
          </ac:spMkLst>
        </pc:spChg>
      </pc:sldChg>
      <pc:sldChg chg="delSp modSp add mod">
        <pc:chgData name="Nicolás Ordax Sommer" userId="6b983d08-dbed-4956-aa35-404793176881" providerId="ADAL" clId="{1ACDF00C-8BD6-4D5F-A171-6A12A363414E}" dt="2026-03-26T14:46:56.587" v="1158" actId="113"/>
        <pc:sldMkLst>
          <pc:docMk/>
          <pc:sldMk cId="1876811210" sldId="423"/>
        </pc:sldMkLst>
        <pc:spChg chg="mod">
          <ac:chgData name="Nicolás Ordax Sommer" userId="6b983d08-dbed-4956-aa35-404793176881" providerId="ADAL" clId="{1ACDF00C-8BD6-4D5F-A171-6A12A363414E}" dt="2026-03-26T14:46:56.587" v="1158" actId="113"/>
          <ac:spMkLst>
            <pc:docMk/>
            <pc:sldMk cId="1876811210" sldId="423"/>
            <ac:spMk id="3" creationId="{C9914B51-087C-F763-F2EE-B0322D66A9CB}"/>
          </ac:spMkLst>
        </pc:spChg>
        <pc:picChg chg="del">
          <ac:chgData name="Nicolás Ordax Sommer" userId="6b983d08-dbed-4956-aa35-404793176881" providerId="ADAL" clId="{1ACDF00C-8BD6-4D5F-A171-6A12A363414E}" dt="2026-03-26T14:43:34.013" v="1062" actId="478"/>
          <ac:picMkLst>
            <pc:docMk/>
            <pc:sldMk cId="1876811210" sldId="423"/>
            <ac:picMk id="5" creationId="{22EACC27-F332-436E-D7A7-54D72CB71D8F}"/>
          </ac:picMkLst>
        </pc:picChg>
      </pc:sldChg>
      <pc:sldChg chg="addSp modSp add mod">
        <pc:chgData name="Nicolás Ordax Sommer" userId="6b983d08-dbed-4956-aa35-404793176881" providerId="ADAL" clId="{1ACDF00C-8BD6-4D5F-A171-6A12A363414E}" dt="2026-03-26T14:44:58.349" v="1070" actId="1582"/>
        <pc:sldMkLst>
          <pc:docMk/>
          <pc:sldMk cId="2942308767" sldId="424"/>
        </pc:sldMkLst>
        <pc:spChg chg="add mod">
          <ac:chgData name="Nicolás Ordax Sommer" userId="6b983d08-dbed-4956-aa35-404793176881" providerId="ADAL" clId="{1ACDF00C-8BD6-4D5F-A171-6A12A363414E}" dt="2026-03-26T14:44:58.349" v="1070" actId="1582"/>
          <ac:spMkLst>
            <pc:docMk/>
            <pc:sldMk cId="2942308767" sldId="424"/>
            <ac:spMk id="8" creationId="{CB6C4984-EA40-8C86-39BC-EFB01B62096D}"/>
          </ac:spMkLst>
        </pc:spChg>
        <pc:cxnChg chg="add mod">
          <ac:chgData name="Nicolás Ordax Sommer" userId="6b983d08-dbed-4956-aa35-404793176881" providerId="ADAL" clId="{1ACDF00C-8BD6-4D5F-A171-6A12A363414E}" dt="2026-03-26T14:44:15.559" v="1067" actId="1582"/>
          <ac:cxnSpMkLst>
            <pc:docMk/>
            <pc:sldMk cId="2942308767" sldId="424"/>
            <ac:cxnSpMk id="6" creationId="{673082A1-1B4E-54E6-82BC-90502F20C001}"/>
          </ac:cxnSpMkLst>
        </pc:cxnChg>
      </pc:sldChg>
      <pc:sldChg chg="addSp delSp modSp add mod modNotesTx">
        <pc:chgData name="Nicolás Ordax Sommer" userId="6b983d08-dbed-4956-aa35-404793176881" providerId="ADAL" clId="{1ACDF00C-8BD6-4D5F-A171-6A12A363414E}" dt="2026-03-26T14:48:09.827" v="1250" actId="20577"/>
        <pc:sldMkLst>
          <pc:docMk/>
          <pc:sldMk cId="1467862626" sldId="425"/>
        </pc:sldMkLst>
        <pc:spChg chg="add del mod">
          <ac:chgData name="Nicolás Ordax Sommer" userId="6b983d08-dbed-4956-aa35-404793176881" providerId="ADAL" clId="{1ACDF00C-8BD6-4D5F-A171-6A12A363414E}" dt="2026-03-26T14:47:55.337" v="1174" actId="20577"/>
          <ac:spMkLst>
            <pc:docMk/>
            <pc:sldMk cId="1467862626" sldId="425"/>
            <ac:spMk id="3" creationId="{A086A11C-E629-09FC-5B81-6E12F438F9DF}"/>
          </ac:spMkLst>
        </pc:spChg>
      </pc:sldChg>
      <pc:sldChg chg="add del">
        <pc:chgData name="Nicolás Ordax Sommer" userId="6b983d08-dbed-4956-aa35-404793176881" providerId="ADAL" clId="{1ACDF00C-8BD6-4D5F-A171-6A12A363414E}" dt="2026-03-26T14:49:17.122" v="1252"/>
        <pc:sldMkLst>
          <pc:docMk/>
          <pc:sldMk cId="60267768" sldId="426"/>
        </pc:sldMkLst>
      </pc:sldChg>
      <pc:sldChg chg="add">
        <pc:chgData name="Nicolás Ordax Sommer" userId="6b983d08-dbed-4956-aa35-404793176881" providerId="ADAL" clId="{1ACDF00C-8BD6-4D5F-A171-6A12A363414E}" dt="2026-03-26T14:49:18.752" v="1253"/>
        <pc:sldMkLst>
          <pc:docMk/>
          <pc:sldMk cId="4240979541" sldId="426"/>
        </pc:sldMkLst>
      </pc:sldChg>
      <pc:sldChg chg="modSp add mod">
        <pc:chgData name="Nicolás Ordax Sommer" userId="6b983d08-dbed-4956-aa35-404793176881" providerId="ADAL" clId="{1ACDF00C-8BD6-4D5F-A171-6A12A363414E}" dt="2026-03-26T14:49:46.363" v="1288" actId="20577"/>
        <pc:sldMkLst>
          <pc:docMk/>
          <pc:sldMk cId="3747573908" sldId="427"/>
        </pc:sldMkLst>
        <pc:spChg chg="mod">
          <ac:chgData name="Nicolás Ordax Sommer" userId="6b983d08-dbed-4956-aa35-404793176881" providerId="ADAL" clId="{1ACDF00C-8BD6-4D5F-A171-6A12A363414E}" dt="2026-03-26T14:49:46.363" v="1288" actId="20577"/>
          <ac:spMkLst>
            <pc:docMk/>
            <pc:sldMk cId="3747573908" sldId="427"/>
            <ac:spMk id="2" creationId="{2EDE8360-58AB-DF11-F619-B5E50EAFC4B0}"/>
          </ac:spMkLst>
        </pc:spChg>
      </pc:sldChg>
      <pc:sldChg chg="add del">
        <pc:chgData name="Nicolás Ordax Sommer" userId="6b983d08-dbed-4956-aa35-404793176881" providerId="ADAL" clId="{1ACDF00C-8BD6-4D5F-A171-6A12A363414E}" dt="2026-03-26T14:49:38.142" v="1277"/>
        <pc:sldMkLst>
          <pc:docMk/>
          <pc:sldMk cId="3822690642" sldId="427"/>
        </pc:sldMkLst>
      </pc:sldChg>
      <pc:sldChg chg="delSp modSp add mod modNotesTx">
        <pc:chgData name="Nicolás Ordax Sommer" userId="6b983d08-dbed-4956-aa35-404793176881" providerId="ADAL" clId="{1ACDF00C-8BD6-4D5F-A171-6A12A363414E}" dt="2026-03-26T14:58:06.285" v="1572" actId="20577"/>
        <pc:sldMkLst>
          <pc:docMk/>
          <pc:sldMk cId="3326052851" sldId="428"/>
        </pc:sldMkLst>
        <pc:spChg chg="mod">
          <ac:chgData name="Nicolás Ordax Sommer" userId="6b983d08-dbed-4956-aa35-404793176881" providerId="ADAL" clId="{1ACDF00C-8BD6-4D5F-A171-6A12A363414E}" dt="2026-03-26T14:50:03.213" v="1327" actId="14100"/>
          <ac:spMkLst>
            <pc:docMk/>
            <pc:sldMk cId="3326052851" sldId="428"/>
            <ac:spMk id="2" creationId="{CFF3AA9E-F6F6-6283-F0BE-07450BEF7FBA}"/>
          </ac:spMkLst>
        </pc:spChg>
        <pc:spChg chg="del mod">
          <ac:chgData name="Nicolás Ordax Sommer" userId="6b983d08-dbed-4956-aa35-404793176881" providerId="ADAL" clId="{1ACDF00C-8BD6-4D5F-A171-6A12A363414E}" dt="2026-03-26T14:52:43.993" v="1368" actId="478"/>
          <ac:spMkLst>
            <pc:docMk/>
            <pc:sldMk cId="3326052851" sldId="428"/>
            <ac:spMk id="3" creationId="{62E7EB8A-29A4-9EF6-575B-7EA3AFF7F12B}"/>
          </ac:spMkLst>
        </pc:spChg>
      </pc:sldChg>
      <pc:sldChg chg="modSp add mod modNotesTx">
        <pc:chgData name="Nicolás Ordax Sommer" userId="6b983d08-dbed-4956-aa35-404793176881" providerId="ADAL" clId="{1ACDF00C-8BD6-4D5F-A171-6A12A363414E}" dt="2026-03-26T14:59:23.947" v="1678" actId="20577"/>
        <pc:sldMkLst>
          <pc:docMk/>
          <pc:sldMk cId="2713721140" sldId="429"/>
        </pc:sldMkLst>
        <pc:spChg chg="mod">
          <ac:chgData name="Nicolás Ordax Sommer" userId="6b983d08-dbed-4956-aa35-404793176881" providerId="ADAL" clId="{1ACDF00C-8BD6-4D5F-A171-6A12A363414E}" dt="2026-03-26T14:59:23.947" v="1678" actId="20577"/>
          <ac:spMkLst>
            <pc:docMk/>
            <pc:sldMk cId="2713721140" sldId="429"/>
            <ac:spMk id="3" creationId="{101819A6-5F02-B129-4C37-98BC12E44CB4}"/>
          </ac:spMkLst>
        </pc:spChg>
      </pc:sldChg>
      <pc:sldChg chg="addSp modSp add mod">
        <pc:chgData name="Nicolás Ordax Sommer" userId="6b983d08-dbed-4956-aa35-404793176881" providerId="ADAL" clId="{1ACDF00C-8BD6-4D5F-A171-6A12A363414E}" dt="2026-03-26T15:00:04.259" v="1713" actId="1076"/>
        <pc:sldMkLst>
          <pc:docMk/>
          <pc:sldMk cId="4177383427" sldId="430"/>
        </pc:sldMkLst>
        <pc:spChg chg="mod">
          <ac:chgData name="Nicolás Ordax Sommer" userId="6b983d08-dbed-4956-aa35-404793176881" providerId="ADAL" clId="{1ACDF00C-8BD6-4D5F-A171-6A12A363414E}" dt="2026-03-26T14:58:29.216" v="1619" actId="20577"/>
          <ac:spMkLst>
            <pc:docMk/>
            <pc:sldMk cId="4177383427" sldId="430"/>
            <ac:spMk id="3" creationId="{D1E837ED-2DF9-DA3B-17AF-E290A68686CA}"/>
          </ac:spMkLst>
        </pc:spChg>
        <pc:spChg chg="add mod">
          <ac:chgData name="Nicolás Ordax Sommer" userId="6b983d08-dbed-4956-aa35-404793176881" providerId="ADAL" clId="{1ACDF00C-8BD6-4D5F-A171-6A12A363414E}" dt="2026-03-26T15:00:04.259" v="1713" actId="1076"/>
          <ac:spMkLst>
            <pc:docMk/>
            <pc:sldMk cId="4177383427" sldId="430"/>
            <ac:spMk id="4" creationId="{F5C866EB-1705-FAB3-232A-BE2CD76AD99B}"/>
          </ac:spMkLst>
        </pc:spChg>
      </pc:sldChg>
      <pc:sldChg chg="modSp add mod ord">
        <pc:chgData name="Nicolás Ordax Sommer" userId="6b983d08-dbed-4956-aa35-404793176881" providerId="ADAL" clId="{1ACDF00C-8BD6-4D5F-A171-6A12A363414E}" dt="2026-03-26T15:18:57.704" v="1934"/>
        <pc:sldMkLst>
          <pc:docMk/>
          <pc:sldMk cId="1793314612" sldId="431"/>
        </pc:sldMkLst>
        <pc:spChg chg="mod">
          <ac:chgData name="Nicolás Ordax Sommer" userId="6b983d08-dbed-4956-aa35-404793176881" providerId="ADAL" clId="{1ACDF00C-8BD6-4D5F-A171-6A12A363414E}" dt="2026-03-26T15:00:51.682" v="1751" actId="20577"/>
          <ac:spMkLst>
            <pc:docMk/>
            <pc:sldMk cId="1793314612" sldId="431"/>
            <ac:spMk id="2" creationId="{127A503A-38E2-3474-37CD-8687FA0B9FCB}"/>
          </ac:spMkLst>
        </pc:spChg>
      </pc:sldChg>
      <pc:sldChg chg="modSp add mod ord">
        <pc:chgData name="Nicolás Ordax Sommer" userId="6b983d08-dbed-4956-aa35-404793176881" providerId="ADAL" clId="{1ACDF00C-8BD6-4D5F-A171-6A12A363414E}" dt="2026-03-26T15:18:57.704" v="1934"/>
        <pc:sldMkLst>
          <pc:docMk/>
          <pc:sldMk cId="604165542" sldId="432"/>
        </pc:sldMkLst>
        <pc:spChg chg="mod">
          <ac:chgData name="Nicolás Ordax Sommer" userId="6b983d08-dbed-4956-aa35-404793176881" providerId="ADAL" clId="{1ACDF00C-8BD6-4D5F-A171-6A12A363414E}" dt="2026-03-26T15:06:47.603" v="1815" actId="14100"/>
          <ac:spMkLst>
            <pc:docMk/>
            <pc:sldMk cId="604165542" sldId="432"/>
            <ac:spMk id="2" creationId="{59EC881B-D292-D66B-9B91-A6C9ED95378B}"/>
          </ac:spMkLst>
        </pc:spChg>
      </pc:sldChg>
      <pc:sldChg chg="modSp add mod">
        <pc:chgData name="Nicolás Ordax Sommer" userId="6b983d08-dbed-4956-aa35-404793176881" providerId="ADAL" clId="{1ACDF00C-8BD6-4D5F-A171-6A12A363414E}" dt="2026-03-26T15:19:08.963" v="1972" actId="14100"/>
        <pc:sldMkLst>
          <pc:docMk/>
          <pc:sldMk cId="3766176865" sldId="433"/>
        </pc:sldMkLst>
        <pc:spChg chg="mod">
          <ac:chgData name="Nicolás Ordax Sommer" userId="6b983d08-dbed-4956-aa35-404793176881" providerId="ADAL" clId="{1ACDF00C-8BD6-4D5F-A171-6A12A363414E}" dt="2026-03-26T15:19:08.963" v="1972" actId="14100"/>
          <ac:spMkLst>
            <pc:docMk/>
            <pc:sldMk cId="3766176865" sldId="433"/>
            <ac:spMk id="2" creationId="{F20FE0DA-8AF1-1179-DADD-3CCA7A96B464}"/>
          </ac:spMkLst>
        </pc:spChg>
        <pc:spChg chg="mod">
          <ac:chgData name="Nicolás Ordax Sommer" userId="6b983d08-dbed-4956-aa35-404793176881" providerId="ADAL" clId="{1ACDF00C-8BD6-4D5F-A171-6A12A363414E}" dt="2026-03-26T15:07:18.251" v="1841" actId="20577"/>
          <ac:spMkLst>
            <pc:docMk/>
            <pc:sldMk cId="3766176865" sldId="433"/>
            <ac:spMk id="3" creationId="{614B5BFB-1EDA-B101-5E57-F1242576B746}"/>
          </ac:spMkLst>
        </pc:spChg>
        <pc:spChg chg="mod">
          <ac:chgData name="Nicolás Ordax Sommer" userId="6b983d08-dbed-4956-aa35-404793176881" providerId="ADAL" clId="{1ACDF00C-8BD6-4D5F-A171-6A12A363414E}" dt="2026-03-26T15:07:42.486" v="1927" actId="20577"/>
          <ac:spMkLst>
            <pc:docMk/>
            <pc:sldMk cId="3766176865" sldId="433"/>
            <ac:spMk id="4" creationId="{77B57634-9A3A-F074-41FA-A36F585C61CC}"/>
          </ac:spMkLst>
        </pc:spChg>
      </pc:sldChg>
      <pc:sldChg chg="modSp add mod">
        <pc:chgData name="Nicolás Ordax Sommer" userId="6b983d08-dbed-4956-aa35-404793176881" providerId="ADAL" clId="{1ACDF00C-8BD6-4D5F-A171-6A12A363414E}" dt="2026-03-26T15:19:21.481" v="2004" actId="14100"/>
        <pc:sldMkLst>
          <pc:docMk/>
          <pc:sldMk cId="2797278365" sldId="434"/>
        </pc:sldMkLst>
        <pc:spChg chg="mod">
          <ac:chgData name="Nicolás Ordax Sommer" userId="6b983d08-dbed-4956-aa35-404793176881" providerId="ADAL" clId="{1ACDF00C-8BD6-4D5F-A171-6A12A363414E}" dt="2026-03-26T15:19:21.481" v="2004" actId="14100"/>
          <ac:spMkLst>
            <pc:docMk/>
            <pc:sldMk cId="2797278365" sldId="434"/>
            <ac:spMk id="2" creationId="{46C8B36C-0462-7CBE-9B78-55544C1556CB}"/>
          </ac:spMkLst>
        </pc:spChg>
      </pc:sldChg>
      <pc:sldMasterChg chg="setBg modSldLayout">
        <pc:chgData name="Nicolás Ordax Sommer" userId="6b983d08-dbed-4956-aa35-404793176881" providerId="ADAL" clId="{1ACDF00C-8BD6-4D5F-A171-6A12A363414E}" dt="2026-03-25T15:47:21.473" v="2"/>
        <pc:sldMasterMkLst>
          <pc:docMk/>
          <pc:sldMasterMk cId="4207235899" sldId="2147483648"/>
        </pc:sldMasterMkLst>
        <pc:sldLayoutChg chg="setBg">
          <pc:chgData name="Nicolás Ordax Sommer" userId="6b983d08-dbed-4956-aa35-404793176881" providerId="ADAL" clId="{1ACDF00C-8BD6-4D5F-A171-6A12A363414E}" dt="2026-03-25T15:47:21.473" v="2"/>
          <pc:sldLayoutMkLst>
            <pc:docMk/>
            <pc:sldMasterMk cId="4207235899" sldId="2147483648"/>
            <pc:sldLayoutMk cId="3685671323" sldId="2147483649"/>
          </pc:sldLayoutMkLst>
        </pc:sldLayoutChg>
        <pc:sldLayoutChg chg="setBg">
          <pc:chgData name="Nicolás Ordax Sommer" userId="6b983d08-dbed-4956-aa35-404793176881" providerId="ADAL" clId="{1ACDF00C-8BD6-4D5F-A171-6A12A363414E}" dt="2026-03-25T15:47:21.473" v="2"/>
          <pc:sldLayoutMkLst>
            <pc:docMk/>
            <pc:sldMasterMk cId="4207235899" sldId="2147483648"/>
            <pc:sldLayoutMk cId="1419822019" sldId="2147483650"/>
          </pc:sldLayoutMkLst>
        </pc:sldLayoutChg>
        <pc:sldLayoutChg chg="setBg">
          <pc:chgData name="Nicolás Ordax Sommer" userId="6b983d08-dbed-4956-aa35-404793176881" providerId="ADAL" clId="{1ACDF00C-8BD6-4D5F-A171-6A12A363414E}" dt="2026-03-25T15:47:21.473" v="2"/>
          <pc:sldLayoutMkLst>
            <pc:docMk/>
            <pc:sldMasterMk cId="4207235899" sldId="2147483648"/>
            <pc:sldLayoutMk cId="3861327724" sldId="2147483651"/>
          </pc:sldLayoutMkLst>
        </pc:sldLayoutChg>
        <pc:sldLayoutChg chg="setBg">
          <pc:chgData name="Nicolás Ordax Sommer" userId="6b983d08-dbed-4956-aa35-404793176881" providerId="ADAL" clId="{1ACDF00C-8BD6-4D5F-A171-6A12A363414E}" dt="2026-03-25T15:47:21.473" v="2"/>
          <pc:sldLayoutMkLst>
            <pc:docMk/>
            <pc:sldMasterMk cId="4207235899" sldId="2147483648"/>
            <pc:sldLayoutMk cId="4256071708" sldId="2147483652"/>
          </pc:sldLayoutMkLst>
        </pc:sldLayoutChg>
        <pc:sldLayoutChg chg="setBg">
          <pc:chgData name="Nicolás Ordax Sommer" userId="6b983d08-dbed-4956-aa35-404793176881" providerId="ADAL" clId="{1ACDF00C-8BD6-4D5F-A171-6A12A363414E}" dt="2026-03-25T15:47:21.473" v="2"/>
          <pc:sldLayoutMkLst>
            <pc:docMk/>
            <pc:sldMasterMk cId="4207235899" sldId="2147483648"/>
            <pc:sldLayoutMk cId="3117699862" sldId="2147483653"/>
          </pc:sldLayoutMkLst>
        </pc:sldLayoutChg>
        <pc:sldLayoutChg chg="setBg">
          <pc:chgData name="Nicolás Ordax Sommer" userId="6b983d08-dbed-4956-aa35-404793176881" providerId="ADAL" clId="{1ACDF00C-8BD6-4D5F-A171-6A12A363414E}" dt="2026-03-25T15:47:21.473" v="2"/>
          <pc:sldLayoutMkLst>
            <pc:docMk/>
            <pc:sldMasterMk cId="4207235899" sldId="2147483648"/>
            <pc:sldLayoutMk cId="715238317" sldId="2147483654"/>
          </pc:sldLayoutMkLst>
        </pc:sldLayoutChg>
        <pc:sldLayoutChg chg="setBg">
          <pc:chgData name="Nicolás Ordax Sommer" userId="6b983d08-dbed-4956-aa35-404793176881" providerId="ADAL" clId="{1ACDF00C-8BD6-4D5F-A171-6A12A363414E}" dt="2026-03-25T15:47:21.473" v="2"/>
          <pc:sldLayoutMkLst>
            <pc:docMk/>
            <pc:sldMasterMk cId="4207235899" sldId="2147483648"/>
            <pc:sldLayoutMk cId="354741518" sldId="2147483655"/>
          </pc:sldLayoutMkLst>
        </pc:sldLayoutChg>
        <pc:sldLayoutChg chg="setBg">
          <pc:chgData name="Nicolás Ordax Sommer" userId="6b983d08-dbed-4956-aa35-404793176881" providerId="ADAL" clId="{1ACDF00C-8BD6-4D5F-A171-6A12A363414E}" dt="2026-03-25T15:47:21.473" v="2"/>
          <pc:sldLayoutMkLst>
            <pc:docMk/>
            <pc:sldMasterMk cId="4207235899" sldId="2147483648"/>
            <pc:sldLayoutMk cId="778615415" sldId="2147483656"/>
          </pc:sldLayoutMkLst>
        </pc:sldLayoutChg>
        <pc:sldLayoutChg chg="setBg">
          <pc:chgData name="Nicolás Ordax Sommer" userId="6b983d08-dbed-4956-aa35-404793176881" providerId="ADAL" clId="{1ACDF00C-8BD6-4D5F-A171-6A12A363414E}" dt="2026-03-25T15:47:21.473" v="2"/>
          <pc:sldLayoutMkLst>
            <pc:docMk/>
            <pc:sldMasterMk cId="4207235899" sldId="2147483648"/>
            <pc:sldLayoutMk cId="1975640589" sldId="2147483657"/>
          </pc:sldLayoutMkLst>
        </pc:sldLayoutChg>
        <pc:sldLayoutChg chg="setBg">
          <pc:chgData name="Nicolás Ordax Sommer" userId="6b983d08-dbed-4956-aa35-404793176881" providerId="ADAL" clId="{1ACDF00C-8BD6-4D5F-A171-6A12A363414E}" dt="2026-03-25T15:47:21.473" v="2"/>
          <pc:sldLayoutMkLst>
            <pc:docMk/>
            <pc:sldMasterMk cId="4207235899" sldId="2147483648"/>
            <pc:sldLayoutMk cId="3468855484" sldId="2147483658"/>
          </pc:sldLayoutMkLst>
        </pc:sldLayoutChg>
        <pc:sldLayoutChg chg="setBg">
          <pc:chgData name="Nicolás Ordax Sommer" userId="6b983d08-dbed-4956-aa35-404793176881" providerId="ADAL" clId="{1ACDF00C-8BD6-4D5F-A171-6A12A363414E}" dt="2026-03-25T15:47:21.473" v="2"/>
          <pc:sldLayoutMkLst>
            <pc:docMk/>
            <pc:sldMasterMk cId="4207235899" sldId="2147483648"/>
            <pc:sldLayoutMk cId="2964715818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47987-29A7-43E3-990C-AE2A50297DA5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8FC1C-3B05-45F9-83C5-EE6CE450793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9860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9636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3235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05663-453F-41F9-8554-331A771C1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831677-D35D-6428-C194-1D9E2F1AF8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7B15C0-6D4D-A038-D32C-EFC057561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This is all stuff we will see the next 2 days</a:t>
            </a:r>
          </a:p>
          <a:p>
            <a:r>
              <a:rPr lang="en-GB"/>
              <a:t>Often no clear cut answer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1EBDB-1AA2-85CD-8089-BA8B4F5404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3592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6452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0418A-4A33-A609-6973-20C1D1AA5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2FB886-DED2-D01D-FA39-948E06AAC0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47D468-4139-BB2A-31CD-F5F699996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AC13E-E8A3-6A21-BAAF-1E9F085327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7265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C3616-DB53-9399-76F7-0F0065647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E7DAA1-5DDB-755D-5151-95E4EB94C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5F7C52-20D3-50AB-F2D6-2102F139C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120A3-FE3E-AE09-1FF6-CD10A87A3B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9002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75D42-3059-A3B8-8AE1-626F8601D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B70D21-D75E-5408-33BB-22D959958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13ED51-6278-95EF-B1E0-3B45761F5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31205-7F26-E37A-9122-30A943872E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5956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56D08-FBB8-69B4-F195-FCB3DFB8C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B16DDE-B960-7871-9CD7-7D10E0952F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3F96C-C56E-90A7-C408-A0D027B83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A13A2-9159-EF75-85B6-2406F90FD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17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C006E-F5D2-079B-52E1-C6AD30EB5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CDA22D-149E-F5D3-C849-993D47D80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4302D-C639-5547-9BC1-964823646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B1184-C0C2-8128-9355-DC9EC97DA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64982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8428B-C841-073B-C3A3-6D613D907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F4A505-B438-333C-0A94-8461F79507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0D24D1-4302-6C8A-C139-13FDA7DC6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5BE67-976F-C7F6-6E2B-C8450C419C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83525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EEAA8-9FDD-25E5-E640-52E83A451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8C1E76-E5F0-2958-1B7C-7CE8EE9F6C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6D5B79-18AE-2113-6B3C-1B14FCAF3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FF930-2BA5-6A7D-2EC9-F0784A62A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99401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7E814-0120-3C7D-20F2-9EF9926E9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178A12-9DDA-F34A-9904-759B76B87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0A80E2-D056-0D75-3246-9B361268B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C6058-9537-4F48-80DD-E5B61F307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64658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439BE-F61A-61F9-15B0-7C331C375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E27D58-78AE-B939-2EB0-9151BBE35E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6DDCF1-5521-3CD5-D8E7-937A3235D8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AE54F-542C-D318-CF75-28B7B049A9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3771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A4FB0-7AD7-76BE-8FC4-01BEC2127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56269-4261-B3B5-FF4F-F168E7E601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8E6DEE-B084-C957-9B69-9281F0994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8F646-E500-1EF3-34E1-88D5784CF8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24381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436A5-C261-11C5-2D2A-94BDCF2D5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1E6EF8-8A3C-59FC-B9D8-EB87B1C13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21485C-EA8E-4188-D1DA-1F547430E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EEBAA-8A69-D2EF-7AB7-4008DBF55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61519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9240A-60CD-BB68-AA64-87C363F21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18AFE2-436A-FCB1-B1F5-3E295E2B23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A80F2A-5886-AE3B-929C-C54D5898B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EB59F-3CE0-1A63-D1D5-572981E88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1126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707B1-451E-DAD4-6F6C-D30E8CD29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F8AABF-2517-1478-4E3B-7EC3AF441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0A63A-5F75-DD89-9BDC-D545C9A70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QUESTION: Ask them about what is nice and not so nice about these models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D0A5F-F2F2-2E7E-D71B-29E855D091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02456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C6EB4-8481-0A20-B35C-3C41055B3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E02E52-5A16-6A1B-BABB-C5F8963D5A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085D2F-C89A-66AF-B825-229DED5FB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93EFB-DE34-BBBC-CE10-6A27B5FBC1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1980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A2C26-AE7F-E09A-43D5-A0B4EFB6F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BD8A48-F565-D9B0-E054-844CFF4E2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69F8A6-0151-9DC5-C5F5-973C7B594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DD32F-F5C1-2B6E-66E1-F9221138AA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40278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6D262-6946-0BCD-4E16-D5DF9C473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B9CAC-FE5A-0273-C172-D3116CF18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F15729-D0BA-BCD3-A09A-5E7B2C2A6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A8E96-8DEF-F1C1-22C5-FD118EB90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16606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451D5-7FE9-3831-6988-A56AC3711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BABE33-994F-1EBC-FF77-29F24EB57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C1FA79-E131-DF05-B4AC-C3071731A7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A785D-F683-1B77-49CD-E7042DF34E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7288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1723D-4417-C583-1656-D6DDCAEFA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BF94D-418D-B800-B074-2FFD155F9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0DAFDA-0D24-FE21-7B12-8271596A2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792CA-C0CA-3485-F2E0-BE382E797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61266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41173-8A31-7EEA-B2B0-A8A146A65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A99903-9B82-BEA1-CC1F-21F3571A87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49CB6E-1D6C-E424-8F04-7C9B361F0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C9E1-AD0B-E03E-75E5-284D57E8C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62665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0A657-BD6C-A982-E706-28931A73B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93F35C-7C9D-C944-DE5E-F0B4AD0FF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84D25A-DDF4-3586-13AD-2927D0F4E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F167B-725E-D33F-FE9C-11D8B57824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8235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8B434-8AA3-DEF6-570B-8506073F3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35AA5-56F9-8F9E-3A99-6B2A04B9C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49679C-9A7E-119A-22C0-C55C8F076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9CE05-4149-2E0F-CA5B-FB6D717F0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D1C79-FAAB-4305-AF44-96B80DA5F14B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545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8CCFD-74AC-67CE-8AD9-796D33019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859EAA-4B74-2E7A-523F-75A9A56E1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CDAAE-76A1-D7FF-E5A3-2E716B73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569F9-4321-46A2-A575-AE5CCBC72E5F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A6708-C001-4D46-0E7E-53C8450BB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9E00B-26F2-E661-AD4B-CB040A081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CC587-3D9A-4AB2-BC5B-2BB4E28B10F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5671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2786B-020B-E0C2-EE3A-6F726B459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FF7ED-F73C-3D5F-FF77-FEF4A8C9F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7A18D-F701-B0AE-51A9-8E6ABE57C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569F9-4321-46A2-A575-AE5CCBC72E5F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A07D1-D99B-AAEE-ADDF-B4BECF140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A7BDD-0DAC-A5EE-97BC-7F4322413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CC587-3D9A-4AB2-BC5B-2BB4E28B10F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9822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67BC0-DD86-9513-9B48-3E6F7AAC3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AFE51-4324-8A22-1BEC-ADEC9AB71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18C00-AA3D-A9A4-E813-7451165D2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569F9-4321-46A2-A575-AE5CCBC72E5F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657DF-3A4F-3E13-098A-BA22FEE9F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96528-12E0-FCF2-09D4-31E94C7C5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CC587-3D9A-4AB2-BC5B-2BB4E28B10F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1327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970E5-1CE2-E5D8-89CA-B93C5B1EA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E9D96-0AB4-B838-6641-D609B4F448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FE15C0-84A0-E3BB-8F10-C2B4048197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5EF875-EDCB-32AC-A479-DC2A703DF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569F9-4321-46A2-A575-AE5CCBC72E5F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81244-4500-89C9-8705-637AA081F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7CBD1-6635-A8A7-6D13-84FDA21A5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CC587-3D9A-4AB2-BC5B-2BB4E28B10F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6071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45408-A47D-C09E-15B0-FE44CDA90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BEBA2-DBCB-74C2-E3D3-C26BB9EB9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BBDD6-3B8A-5CDD-1214-06688FF347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3A567E-297B-4ED4-3E99-195011F970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FB784D-AED4-86F8-024D-C81C6CB1AB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24F6B0-6D21-3451-82C7-25E1F016F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569F9-4321-46A2-A575-AE5CCBC72E5F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A3E64C-43FE-FE88-7747-1ED15D7A6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A13199-879B-60A7-22E3-8F2FCA7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CC587-3D9A-4AB2-BC5B-2BB4E28B10F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7699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7B2B8-9471-EC3F-699D-2F62B434C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6AA93B-71D3-118F-97B7-AED2552B4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569F9-4321-46A2-A575-AE5CCBC72E5F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C4550A-1A48-3101-305C-E59E87EB0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371AFB-D8C3-038A-0501-4C0B199CD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CC587-3D9A-4AB2-BC5B-2BB4E28B10F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238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C28451-8D51-67CF-8156-85D0384F8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569F9-4321-46A2-A575-AE5CCBC72E5F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E4E6A9-5AC6-EDE2-1B70-9C05E37ED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063D3-773B-1F62-3156-7D0970592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CC587-3D9A-4AB2-BC5B-2BB4E28B10F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741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2C1EC-1D1B-3484-73E9-1C4372301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78365-77DF-7076-7ACE-4C691B769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6FEFD-EB59-0C3B-C786-4049C198A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DAE671-2F57-1A34-A2C8-D054B2716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569F9-4321-46A2-A575-AE5CCBC72E5F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59268-9B55-2335-E910-2A27C2938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BD262-EF4E-19C4-5A1D-37F891B5E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CC587-3D9A-4AB2-BC5B-2BB4E28B10F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8615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035E2-EBA8-FE99-9FF2-4E21AD208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43A8BC-40E7-2BA4-30B5-A336B8333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BCD0D-2B50-F02F-31DF-0E6662C70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6D80B-B4C2-95F7-E33B-C5C4559C8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569F9-4321-46A2-A575-AE5CCBC72E5F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9B88B-B815-DCDC-D735-BEFD6CFA7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2EC63-3616-6782-7410-7878E62BD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CC587-3D9A-4AB2-BC5B-2BB4E28B10F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5640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834D2-1F52-9FDE-A109-9469CF1E0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8AA8C-1A90-DA9D-9B33-69CF28A3D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F9ADA-3671-3105-593A-6516606A4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569F9-4321-46A2-A575-AE5CCBC72E5F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A319A-1822-D0EF-8BFC-00BB17047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9D2F5-EAE5-0CDD-D798-173F2F776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CC587-3D9A-4AB2-BC5B-2BB4E28B10F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8855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7D2BAE-EEA5-E80A-D1AB-51696A14C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2136AF-9275-D0EA-5714-091E495BE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3F641-308E-6DCD-6EF1-293E0D0E0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569F9-4321-46A2-A575-AE5CCBC72E5F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60A4A-B37B-461A-A452-A55D403DF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98A9E-E3B7-544A-E541-1D605942B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CC587-3D9A-4AB2-BC5B-2BB4E28B10F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4715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D2FE6-483C-8072-B49D-F097BCDAD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08411-6EC5-E44B-CB37-D4197C029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DEB28-0A1D-C735-4DE9-A68F0438A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4569F9-4321-46A2-A575-AE5CCBC72E5F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CD1EE-26A8-832B-51C6-758D5AA68A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18659-5A42-ECE1-9449-F1EF3E4ACC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9CC587-3D9A-4AB2-BC5B-2BB4E28B10F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7235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938BB1-A139-4558-4C21-05ECA388C8AB}"/>
              </a:ext>
            </a:extLst>
          </p:cNvPr>
          <p:cNvSpPr txBox="1"/>
          <p:nvPr/>
        </p:nvSpPr>
        <p:spPr>
          <a:xfrm>
            <a:off x="1426906" y="1865045"/>
            <a:ext cx="266945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600" b="1" noProof="0" dirty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Step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53BBEF-2D0B-172E-ED0B-ADFD3DA8B207}"/>
              </a:ext>
            </a:extLst>
          </p:cNvPr>
          <p:cNvSpPr txBox="1"/>
          <p:nvPr/>
        </p:nvSpPr>
        <p:spPr>
          <a:xfrm>
            <a:off x="353960" y="4976056"/>
            <a:ext cx="74430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noProof="0" dirty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Combining the modelling of movement &amp; selection processes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F814E6-5B74-3046-EAD8-DE49602DFE9D}"/>
              </a:ext>
            </a:extLst>
          </p:cNvPr>
          <p:cNvSpPr txBox="1"/>
          <p:nvPr/>
        </p:nvSpPr>
        <p:spPr>
          <a:xfrm>
            <a:off x="3652546" y="530427"/>
            <a:ext cx="444418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600" b="1" noProof="0" dirty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Selection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BA3772-2E5B-6DAB-80EE-43D039C9A102}"/>
              </a:ext>
            </a:extLst>
          </p:cNvPr>
          <p:cNvSpPr txBox="1"/>
          <p:nvPr/>
        </p:nvSpPr>
        <p:spPr>
          <a:xfrm>
            <a:off x="5279241" y="2559411"/>
            <a:ext cx="541265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600" b="1" noProof="0" dirty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Functions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1EDFD7B-11BB-BB04-C903-FC2F5FF5327F}"/>
              </a:ext>
            </a:extLst>
          </p:cNvPr>
          <p:cNvSpPr/>
          <p:nvPr/>
        </p:nvSpPr>
        <p:spPr>
          <a:xfrm>
            <a:off x="3237763" y="2242880"/>
            <a:ext cx="540000" cy="540000"/>
          </a:xfrm>
          <a:prstGeom prst="ellipse">
            <a:avLst/>
          </a:prstGeom>
          <a:solidFill>
            <a:srgbClr val="E6E6E6"/>
          </a:solidFill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CB019B4-4FC3-BE72-8BF0-5FDFAEAD055D}"/>
              </a:ext>
            </a:extLst>
          </p:cNvPr>
          <p:cNvSpPr/>
          <p:nvPr/>
        </p:nvSpPr>
        <p:spPr>
          <a:xfrm>
            <a:off x="8614098" y="2893878"/>
            <a:ext cx="540000" cy="540000"/>
          </a:xfrm>
          <a:prstGeom prst="ellipse">
            <a:avLst/>
          </a:prstGeom>
          <a:solidFill>
            <a:srgbClr val="E6E6E6"/>
          </a:solidFill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6BFC8BC-B494-9A02-9665-0727941A5662}"/>
              </a:ext>
            </a:extLst>
          </p:cNvPr>
          <p:cNvSpPr/>
          <p:nvPr/>
        </p:nvSpPr>
        <p:spPr>
          <a:xfrm>
            <a:off x="6802231" y="874954"/>
            <a:ext cx="540000" cy="540000"/>
          </a:xfrm>
          <a:prstGeom prst="ellipse">
            <a:avLst/>
          </a:prstGeom>
          <a:solidFill>
            <a:srgbClr val="E6E6E6"/>
          </a:solidFill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FF4CA6-3A5A-362D-7615-5829B8C51A43}"/>
              </a:ext>
            </a:extLst>
          </p:cNvPr>
          <p:cNvCxnSpPr>
            <a:cxnSpLocks/>
          </p:cNvCxnSpPr>
          <p:nvPr/>
        </p:nvCxnSpPr>
        <p:spPr>
          <a:xfrm flipV="1">
            <a:off x="3857996" y="1302808"/>
            <a:ext cx="2944235" cy="1075267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3F892D9-4FAC-C5B5-103A-36A99E61EBC7}"/>
              </a:ext>
            </a:extLst>
          </p:cNvPr>
          <p:cNvCxnSpPr>
            <a:cxnSpLocks/>
          </p:cNvCxnSpPr>
          <p:nvPr/>
        </p:nvCxnSpPr>
        <p:spPr>
          <a:xfrm>
            <a:off x="7342231" y="1414954"/>
            <a:ext cx="1391136" cy="1449522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09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558D48-4CB7-32D6-AD47-1F43B7CB4976}"/>
              </a:ext>
            </a:extLst>
          </p:cNvPr>
          <p:cNvSpPr txBox="1"/>
          <p:nvPr/>
        </p:nvSpPr>
        <p:spPr>
          <a:xfrm>
            <a:off x="1354920" y="3013501"/>
            <a:ext cx="94821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Day </a:t>
            </a:r>
            <a:r>
              <a:rPr lang="en-GB" sz="4800" b="1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3 – Extending SSFs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928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B8EEA-51F2-B3FD-DD86-928526329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E3E308-A9ED-B214-C902-DE345D299F05}"/>
              </a:ext>
            </a:extLst>
          </p:cNvPr>
          <p:cNvSpPr txBox="1"/>
          <p:nvPr/>
        </p:nvSpPr>
        <p:spPr>
          <a:xfrm>
            <a:off x="462116" y="471943"/>
            <a:ext cx="11564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Day 2: Take home messages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D17AE-2FA6-23DF-8258-1C6E3F499961}"/>
              </a:ext>
            </a:extLst>
          </p:cNvPr>
          <p:cNvSpPr txBox="1"/>
          <p:nvPr/>
        </p:nvSpPr>
        <p:spPr>
          <a:xfrm>
            <a:off x="737421" y="1794387"/>
            <a:ext cx="10984679" cy="4548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Fitting simple SSFs in R is not difficult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Formatting the data is what takes the most time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We can add selection terms for step length and turning angle to our model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These terms allow us to get selection-free movement coefficients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80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80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320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721CC-9BEB-7AEE-3987-593817894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345356-BA55-D463-B7B0-67A0BBFA91D3}"/>
              </a:ext>
            </a:extLst>
          </p:cNvPr>
          <p:cNvSpPr txBox="1"/>
          <p:nvPr/>
        </p:nvSpPr>
        <p:spPr>
          <a:xfrm>
            <a:off x="462115" y="471943"/>
            <a:ext cx="99404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Day 3 – Expanding SSFs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E1DB25-B879-7221-E6CB-126CFACFC8D9}"/>
              </a:ext>
            </a:extLst>
          </p:cNvPr>
          <p:cNvSpPr txBox="1"/>
          <p:nvPr/>
        </p:nvSpPr>
        <p:spPr>
          <a:xfrm>
            <a:off x="737421" y="1794387"/>
            <a:ext cx="10825314" cy="4087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3600" b="1" noProof="0" dirty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Learning </a:t>
            </a:r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objectives</a:t>
            </a:r>
            <a:r>
              <a:rPr lang="en-GB" sz="3600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: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SSFs with temporally varying movement/selection kernels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Non-linear selection kernels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SSFs with multiple individuals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Scale and selection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Unconventional movement kernels</a:t>
            </a:r>
          </a:p>
        </p:txBody>
      </p:sp>
    </p:spTree>
    <p:extLst>
      <p:ext uri="{BB962C8B-B14F-4D97-AF65-F5344CB8AC3E}">
        <p14:creationId xmlns:p14="http://schemas.microsoft.com/office/powerpoint/2010/main" val="415169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65C82-AF4E-AE22-9C20-4536162AB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B3CF7B-3BF2-3C29-4CD1-6DD9C68FB1AA}"/>
              </a:ext>
            </a:extLst>
          </p:cNvPr>
          <p:cNvSpPr txBox="1"/>
          <p:nvPr/>
        </p:nvSpPr>
        <p:spPr>
          <a:xfrm>
            <a:off x="462116" y="471943"/>
            <a:ext cx="10450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SSFs with temporal effects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781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27454-0C87-D63F-FCE0-9F1BE7BE4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4BD8B0-0F03-0147-2544-D46D3A8302DB}"/>
              </a:ext>
            </a:extLst>
          </p:cNvPr>
          <p:cNvSpPr txBox="1"/>
          <p:nvPr/>
        </p:nvSpPr>
        <p:spPr>
          <a:xfrm>
            <a:off x="462116" y="471943"/>
            <a:ext cx="10450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SSFs with temporal effects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98EB25-7BBA-7902-932C-4273C7EB7312}"/>
              </a:ext>
            </a:extLst>
          </p:cNvPr>
          <p:cNvSpPr txBox="1"/>
          <p:nvPr/>
        </p:nvSpPr>
        <p:spPr>
          <a:xfrm>
            <a:off x="737421" y="1794387"/>
            <a:ext cx="6667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Adding time to our kernels</a:t>
            </a:r>
            <a:endParaRPr lang="en-GB" sz="36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86366B10-EB5D-694E-BF95-84C26C9B2169}"/>
              </a:ext>
            </a:extLst>
          </p:cNvPr>
          <p:cNvSpPr txBox="1"/>
          <p:nvPr/>
        </p:nvSpPr>
        <p:spPr>
          <a:xfrm>
            <a:off x="2277572" y="3429000"/>
            <a:ext cx="76368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i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Does the animal move/select differently at different times?</a:t>
            </a:r>
            <a:endParaRPr lang="en-GB" sz="3600" i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665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46B3C-A23E-D289-2BD8-D011A149F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DF841F-8FA8-FEC6-0549-4EB5984FDA9F}"/>
              </a:ext>
            </a:extLst>
          </p:cNvPr>
          <p:cNvSpPr txBox="1"/>
          <p:nvPr/>
        </p:nvSpPr>
        <p:spPr>
          <a:xfrm>
            <a:off x="462116" y="471943"/>
            <a:ext cx="10450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SSFs with temporal effects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65131B-DED5-70E0-855E-3805047BC0F5}"/>
              </a:ext>
            </a:extLst>
          </p:cNvPr>
          <p:cNvSpPr txBox="1"/>
          <p:nvPr/>
        </p:nvSpPr>
        <p:spPr>
          <a:xfrm>
            <a:off x="737421" y="1794387"/>
            <a:ext cx="6667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Adding time to our kernels</a:t>
            </a:r>
            <a:endParaRPr lang="en-GB" sz="36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72D2D01B-E9D6-13AA-5B88-01A81BCF99AF}"/>
              </a:ext>
            </a:extLst>
          </p:cNvPr>
          <p:cNvSpPr txBox="1"/>
          <p:nvPr/>
        </p:nvSpPr>
        <p:spPr>
          <a:xfrm>
            <a:off x="2277572" y="3429000"/>
            <a:ext cx="76368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i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How do we model time in general and cyclical time patterns in particular?</a:t>
            </a:r>
            <a:endParaRPr lang="en-GB" sz="3600" i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049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969B4-A6C4-AB7D-BBBF-EAE46DF8F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50CC11-A1FF-0C70-01CC-861311E08800}"/>
              </a:ext>
            </a:extLst>
          </p:cNvPr>
          <p:cNvSpPr txBox="1"/>
          <p:nvPr/>
        </p:nvSpPr>
        <p:spPr>
          <a:xfrm>
            <a:off x="462116" y="471943"/>
            <a:ext cx="10450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SSFs with temporal effects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79242E-68B0-F246-9A9F-DA8A806EDE35}"/>
              </a:ext>
            </a:extLst>
          </p:cNvPr>
          <p:cNvSpPr txBox="1"/>
          <p:nvPr/>
        </p:nvSpPr>
        <p:spPr>
          <a:xfrm>
            <a:off x="737421" y="1794387"/>
            <a:ext cx="6667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Adding time to our kernels</a:t>
            </a:r>
            <a:endParaRPr lang="en-GB" sz="36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2BBBD9E4-13F5-293A-4CFA-E50BE4303F9E}"/>
              </a:ext>
            </a:extLst>
          </p:cNvPr>
          <p:cNvSpPr txBox="1"/>
          <p:nvPr/>
        </p:nvSpPr>
        <p:spPr>
          <a:xfrm>
            <a:off x="1635315" y="2795565"/>
            <a:ext cx="4068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case_ ~</a:t>
            </a:r>
          </a:p>
          <a:p>
            <a:pPr lvl="1"/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sl_ +</a:t>
            </a:r>
          </a:p>
          <a:p>
            <a:pPr lvl="1"/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cos(ta_) + </a:t>
            </a:r>
          </a:p>
          <a:p>
            <a:pPr lvl="1"/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habitat + </a:t>
            </a:r>
          </a:p>
          <a:p>
            <a:pPr lvl="1"/>
            <a:r>
              <a:rPr lang="en-GB" sz="360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time + </a:t>
            </a:r>
          </a:p>
          <a:p>
            <a:pPr lvl="1"/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strata(step_id_)</a:t>
            </a: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40EEC1F1-DFA2-C98D-D4BB-255038C11A97}"/>
              </a:ext>
            </a:extLst>
          </p:cNvPr>
          <p:cNvSpPr txBox="1"/>
          <p:nvPr/>
        </p:nvSpPr>
        <p:spPr>
          <a:xfrm>
            <a:off x="6096000" y="4180559"/>
            <a:ext cx="4926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i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Can we do this?</a:t>
            </a:r>
            <a:endParaRPr lang="en-GB" sz="3600" i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630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B5013-D266-EBB4-ADDC-76ADCCB44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2B4F6C-A475-3E5E-0A37-80247CAB542B}"/>
              </a:ext>
            </a:extLst>
          </p:cNvPr>
          <p:cNvSpPr txBox="1"/>
          <p:nvPr/>
        </p:nvSpPr>
        <p:spPr>
          <a:xfrm>
            <a:off x="462116" y="471943"/>
            <a:ext cx="10450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SSFs with temporal effects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99EB37-EA9C-0ECB-2651-732E4549B769}"/>
              </a:ext>
            </a:extLst>
          </p:cNvPr>
          <p:cNvSpPr txBox="1"/>
          <p:nvPr/>
        </p:nvSpPr>
        <p:spPr>
          <a:xfrm>
            <a:off x="737421" y="1794387"/>
            <a:ext cx="6667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Adding time to our kernels</a:t>
            </a:r>
            <a:endParaRPr lang="en-GB" sz="36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D667FDC8-A0AD-D0C3-B949-2128C4D26F50}"/>
              </a:ext>
            </a:extLst>
          </p:cNvPr>
          <p:cNvSpPr txBox="1"/>
          <p:nvPr/>
        </p:nvSpPr>
        <p:spPr>
          <a:xfrm>
            <a:off x="1635315" y="2795565"/>
            <a:ext cx="472194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case_ ~</a:t>
            </a:r>
          </a:p>
          <a:p>
            <a:pPr lvl="1"/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sl_ +</a:t>
            </a:r>
          </a:p>
          <a:p>
            <a:pPr lvl="1"/>
            <a:r>
              <a:rPr lang="en-GB" sz="3600">
                <a:solidFill>
                  <a:schemeClr val="accent6">
                    <a:lumMod val="40000"/>
                    <a:lumOff val="6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sl_:cos(time) +</a:t>
            </a:r>
          </a:p>
          <a:p>
            <a:pPr lvl="1"/>
            <a:r>
              <a:rPr lang="en-GB" sz="3600">
                <a:solidFill>
                  <a:schemeClr val="accent6">
                    <a:lumMod val="40000"/>
                    <a:lumOff val="6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sl_:sin(time) +</a:t>
            </a:r>
          </a:p>
          <a:p>
            <a:pPr lvl="1"/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cos(ta_) + </a:t>
            </a:r>
          </a:p>
          <a:p>
            <a:pPr lvl="1"/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habitat + </a:t>
            </a:r>
          </a:p>
          <a:p>
            <a:pPr lvl="1"/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strata(step_id_)</a:t>
            </a: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7D8C8CE4-B47C-E6DF-0FB9-C9AF70432783}"/>
              </a:ext>
            </a:extLst>
          </p:cNvPr>
          <p:cNvSpPr txBox="1"/>
          <p:nvPr/>
        </p:nvSpPr>
        <p:spPr>
          <a:xfrm>
            <a:off x="6096000" y="4180559"/>
            <a:ext cx="4926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i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Time affects step length</a:t>
            </a:r>
            <a:endParaRPr lang="en-GB" sz="3600" i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368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C6E4-4EBA-8660-04D9-FA5A16E64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F4FD57-A422-A650-6A87-A5FEC6BE8A0D}"/>
              </a:ext>
            </a:extLst>
          </p:cNvPr>
          <p:cNvSpPr txBox="1"/>
          <p:nvPr/>
        </p:nvSpPr>
        <p:spPr>
          <a:xfrm>
            <a:off x="462116" y="471943"/>
            <a:ext cx="10450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SSFs with temporal effects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80EB59-49F4-B9FF-D05C-C0C7BA35495E}"/>
              </a:ext>
            </a:extLst>
          </p:cNvPr>
          <p:cNvSpPr txBox="1"/>
          <p:nvPr/>
        </p:nvSpPr>
        <p:spPr>
          <a:xfrm>
            <a:off x="737421" y="1794387"/>
            <a:ext cx="6667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Adding time to our kernels</a:t>
            </a:r>
            <a:endParaRPr lang="en-GB" sz="36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BF633AF7-37FC-B592-4C9F-957449947E08}"/>
              </a:ext>
            </a:extLst>
          </p:cNvPr>
          <p:cNvSpPr txBox="1"/>
          <p:nvPr/>
        </p:nvSpPr>
        <p:spPr>
          <a:xfrm>
            <a:off x="1635315" y="2795565"/>
            <a:ext cx="472194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case_ ~</a:t>
            </a:r>
          </a:p>
          <a:p>
            <a:pPr lvl="1"/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sl_ +</a:t>
            </a:r>
          </a:p>
          <a:p>
            <a:pPr lvl="1"/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cos(ta_) + </a:t>
            </a:r>
          </a:p>
          <a:p>
            <a:pPr lvl="1"/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habitat + </a:t>
            </a:r>
          </a:p>
          <a:p>
            <a:pPr lvl="1"/>
            <a:r>
              <a:rPr lang="en-GB" sz="3600">
                <a:solidFill>
                  <a:schemeClr val="accent6">
                    <a:lumMod val="40000"/>
                    <a:lumOff val="6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habitat:cos(time) +</a:t>
            </a:r>
          </a:p>
          <a:p>
            <a:pPr lvl="1"/>
            <a:r>
              <a:rPr lang="en-GB" sz="3600">
                <a:solidFill>
                  <a:schemeClr val="accent6">
                    <a:lumMod val="40000"/>
                    <a:lumOff val="6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habitat:sin(time) +</a:t>
            </a:r>
          </a:p>
          <a:p>
            <a:pPr lvl="1"/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strata(step_id_) +</a:t>
            </a:r>
          </a:p>
          <a:p>
            <a:pPr lvl="1"/>
            <a:endParaRPr lang="en-GB" sz="360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9D4FCFA0-E66D-E361-C641-6CC588813623}"/>
              </a:ext>
            </a:extLst>
          </p:cNvPr>
          <p:cNvSpPr txBox="1"/>
          <p:nvPr/>
        </p:nvSpPr>
        <p:spPr>
          <a:xfrm>
            <a:off x="6672943" y="4028159"/>
            <a:ext cx="46107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i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Time affects selection for habitat</a:t>
            </a:r>
            <a:endParaRPr lang="en-GB" sz="3600" i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038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F45BE-5EAD-68EA-AE7C-AA739228D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E4EDCA-A356-04E6-D983-2F8B40D9A303}"/>
              </a:ext>
            </a:extLst>
          </p:cNvPr>
          <p:cNvSpPr txBox="1"/>
          <p:nvPr/>
        </p:nvSpPr>
        <p:spPr>
          <a:xfrm>
            <a:off x="462116" y="471943"/>
            <a:ext cx="10450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SSFs with temporal effects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45F503-8F77-5D4C-4637-8C9064EF6D32}"/>
              </a:ext>
            </a:extLst>
          </p:cNvPr>
          <p:cNvSpPr txBox="1"/>
          <p:nvPr/>
        </p:nvSpPr>
        <p:spPr>
          <a:xfrm>
            <a:off x="737421" y="1794387"/>
            <a:ext cx="6667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Adding time to our kernels</a:t>
            </a:r>
            <a:endParaRPr lang="en-GB" sz="36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76217757-D608-FBFD-C5FF-AF73CD575342}"/>
              </a:ext>
            </a:extLst>
          </p:cNvPr>
          <p:cNvSpPr txBox="1"/>
          <p:nvPr/>
        </p:nvSpPr>
        <p:spPr>
          <a:xfrm>
            <a:off x="1678804" y="3429000"/>
            <a:ext cx="88343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i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Movement and selection parameters can depend on other variables (such as time)</a:t>
            </a:r>
            <a:endParaRPr lang="en-GB" sz="3600" i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693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1B78A-8013-1C55-81E3-76FCC074D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84961B-BB55-6409-E7EA-81180BD39E01}"/>
              </a:ext>
            </a:extLst>
          </p:cNvPr>
          <p:cNvSpPr txBox="1"/>
          <p:nvPr/>
        </p:nvSpPr>
        <p:spPr>
          <a:xfrm>
            <a:off x="870737" y="3013501"/>
            <a:ext cx="10450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Coding temporal SSF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651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156A9-CAA7-6B3C-67BB-3B075FAC5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3F59E8-FCDF-1CB6-2CB9-9743A5A70401}"/>
              </a:ext>
            </a:extLst>
          </p:cNvPr>
          <p:cNvSpPr txBox="1"/>
          <p:nvPr/>
        </p:nvSpPr>
        <p:spPr>
          <a:xfrm>
            <a:off x="462116" y="471943"/>
            <a:ext cx="10450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Non-linear effects in SSFs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979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1FA24-F1AE-83F0-8C21-F9052B092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240817-3FA9-598F-AED7-DAF97B2ED66F}"/>
              </a:ext>
            </a:extLst>
          </p:cNvPr>
          <p:cNvSpPr txBox="1"/>
          <p:nvPr/>
        </p:nvSpPr>
        <p:spPr>
          <a:xfrm>
            <a:off x="462116" y="471943"/>
            <a:ext cx="10450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Non-linear effects in SSFs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23FDA7-6B28-C25F-5292-1CEFD16310E5}"/>
              </a:ext>
            </a:extLst>
          </p:cNvPr>
          <p:cNvSpPr txBox="1"/>
          <p:nvPr/>
        </p:nvSpPr>
        <p:spPr>
          <a:xfrm>
            <a:off x="737420" y="1794387"/>
            <a:ext cx="93318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Allowing non-linear responses</a:t>
            </a:r>
            <a:endParaRPr lang="en-GB" sz="36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646711-7A24-BA55-6AC6-F347D26B4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837" y="2686858"/>
            <a:ext cx="6350326" cy="383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787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5FD5E-EEFE-031C-8CCB-593904FFD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B29AA7-A907-4237-A37C-78084EBD38BE}"/>
              </a:ext>
            </a:extLst>
          </p:cNvPr>
          <p:cNvSpPr txBox="1"/>
          <p:nvPr/>
        </p:nvSpPr>
        <p:spPr>
          <a:xfrm>
            <a:off x="462116" y="471943"/>
            <a:ext cx="10450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Non-linear effects in SSFs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9331A1-CD01-BF79-9C92-05885F559C5C}"/>
              </a:ext>
            </a:extLst>
          </p:cNvPr>
          <p:cNvSpPr txBox="1"/>
          <p:nvPr/>
        </p:nvSpPr>
        <p:spPr>
          <a:xfrm>
            <a:off x="737420" y="1794387"/>
            <a:ext cx="93318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Allowing non-linear responses</a:t>
            </a:r>
            <a:endParaRPr lang="en-GB" sz="3600" b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66BB89-56B8-C48F-52F9-6C6FCD607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837" y="2686858"/>
            <a:ext cx="6350326" cy="383559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73082A1-1B4E-54E6-82BC-90502F20C001}"/>
              </a:ext>
            </a:extLst>
          </p:cNvPr>
          <p:cNvCxnSpPr>
            <a:cxnSpLocks/>
          </p:cNvCxnSpPr>
          <p:nvPr/>
        </p:nvCxnSpPr>
        <p:spPr>
          <a:xfrm flipV="1">
            <a:off x="3951798" y="4079019"/>
            <a:ext cx="4762832" cy="205938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ree-form: Shape 7">
            <a:extLst>
              <a:ext uri="{FF2B5EF4-FFF2-40B4-BE49-F238E27FC236}">
                <a16:creationId xmlns:a16="http://schemas.microsoft.com/office/drawing/2014/main" id="{CB6C4984-EA40-8C86-39BC-EFB01B62096D}"/>
              </a:ext>
            </a:extLst>
          </p:cNvPr>
          <p:cNvSpPr/>
          <p:nvPr/>
        </p:nvSpPr>
        <p:spPr>
          <a:xfrm>
            <a:off x="6337190" y="3084280"/>
            <a:ext cx="1669773" cy="2807637"/>
          </a:xfrm>
          <a:custGeom>
            <a:avLst/>
            <a:gdLst>
              <a:gd name="csX0" fmla="*/ 0 w 1669773"/>
              <a:gd name="csY0" fmla="*/ 2767880 h 2807637"/>
              <a:gd name="csX1" fmla="*/ 564542 w 1669773"/>
              <a:gd name="csY1" fmla="*/ 477904 h 2807637"/>
              <a:gd name="csX2" fmla="*/ 898497 w 1669773"/>
              <a:gd name="csY2" fmla="*/ 826 h 2807637"/>
              <a:gd name="csX3" fmla="*/ 1160890 w 1669773"/>
              <a:gd name="csY3" fmla="*/ 517661 h 2807637"/>
              <a:gd name="csX4" fmla="*/ 1669773 w 1669773"/>
              <a:gd name="csY4" fmla="*/ 2807637 h 28076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69773" h="2807637">
                <a:moveTo>
                  <a:pt x="0" y="2767880"/>
                </a:moveTo>
                <a:cubicBezTo>
                  <a:pt x="207396" y="1853480"/>
                  <a:pt x="414793" y="939080"/>
                  <a:pt x="564542" y="477904"/>
                </a:cubicBezTo>
                <a:cubicBezTo>
                  <a:pt x="714291" y="16728"/>
                  <a:pt x="799106" y="-5800"/>
                  <a:pt x="898497" y="826"/>
                </a:cubicBezTo>
                <a:cubicBezTo>
                  <a:pt x="997888" y="7452"/>
                  <a:pt x="1032344" y="49859"/>
                  <a:pt x="1160890" y="517661"/>
                </a:cubicBezTo>
                <a:cubicBezTo>
                  <a:pt x="1289436" y="985463"/>
                  <a:pt x="1479604" y="1896550"/>
                  <a:pt x="1669773" y="2807637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2308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FD4BC-325D-1038-9E3C-8FF75A982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0F3D6-2C3E-507E-28FE-94FC93074C74}"/>
              </a:ext>
            </a:extLst>
          </p:cNvPr>
          <p:cNvSpPr txBox="1"/>
          <p:nvPr/>
        </p:nvSpPr>
        <p:spPr>
          <a:xfrm>
            <a:off x="462116" y="471943"/>
            <a:ext cx="10450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Non-linear effects in SSFs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914B51-087C-F763-F2EE-B0322D66A9CB}"/>
              </a:ext>
            </a:extLst>
          </p:cNvPr>
          <p:cNvSpPr txBox="1"/>
          <p:nvPr/>
        </p:nvSpPr>
        <p:spPr>
          <a:xfrm>
            <a:off x="737420" y="1794387"/>
            <a:ext cx="933186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Non-linear frameworks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GB" sz="3600" b="1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GB" sz="3600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Regression splines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GAM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Machine Learning </a:t>
            </a:r>
            <a:endParaRPr lang="en-GB" sz="3600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811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1C45B-DFA5-3285-1374-2DC106F1A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8355D8-31F9-3900-893F-68225AD28734}"/>
              </a:ext>
            </a:extLst>
          </p:cNvPr>
          <p:cNvSpPr txBox="1"/>
          <p:nvPr/>
        </p:nvSpPr>
        <p:spPr>
          <a:xfrm>
            <a:off x="462116" y="471943"/>
            <a:ext cx="10450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Non-linear effects in SSFs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86A11C-E629-09FC-5B81-6E12F438F9DF}"/>
              </a:ext>
            </a:extLst>
          </p:cNvPr>
          <p:cNvSpPr txBox="1"/>
          <p:nvPr/>
        </p:nvSpPr>
        <p:spPr>
          <a:xfrm>
            <a:off x="737420" y="1794387"/>
            <a:ext cx="93318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Pros &amp; cons?</a:t>
            </a:r>
          </a:p>
        </p:txBody>
      </p:sp>
    </p:spTree>
    <p:extLst>
      <p:ext uri="{BB962C8B-B14F-4D97-AF65-F5344CB8AC3E}">
        <p14:creationId xmlns:p14="http://schemas.microsoft.com/office/powerpoint/2010/main" val="1467862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12DAB-CC17-D2FB-4C9E-DD1038935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DE8360-58AB-DF11-F619-B5E50EAFC4B0}"/>
              </a:ext>
            </a:extLst>
          </p:cNvPr>
          <p:cNvSpPr txBox="1"/>
          <p:nvPr/>
        </p:nvSpPr>
        <p:spPr>
          <a:xfrm>
            <a:off x="870737" y="3013501"/>
            <a:ext cx="10450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Coding non-linear SSF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573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1BE03-C205-B98F-C557-A34C21891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F3AA9E-F6F6-6283-F0BE-07450BEF7FBA}"/>
              </a:ext>
            </a:extLst>
          </p:cNvPr>
          <p:cNvSpPr txBox="1"/>
          <p:nvPr/>
        </p:nvSpPr>
        <p:spPr>
          <a:xfrm>
            <a:off x="462116" y="471943"/>
            <a:ext cx="11179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Dealing with multiple individuals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052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875B1-18D4-E4BC-D185-A9A168A13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793A58-E6DB-3921-250F-FA4134A8D19E}"/>
              </a:ext>
            </a:extLst>
          </p:cNvPr>
          <p:cNvSpPr txBox="1"/>
          <p:nvPr/>
        </p:nvSpPr>
        <p:spPr>
          <a:xfrm>
            <a:off x="462116" y="471943"/>
            <a:ext cx="11179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Dealing with multiple individuals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1819A6-5F02-B129-4C37-98BC12E44CB4}"/>
              </a:ext>
            </a:extLst>
          </p:cNvPr>
          <p:cNvSpPr txBox="1"/>
          <p:nvPr/>
        </p:nvSpPr>
        <p:spPr>
          <a:xfrm>
            <a:off x="737420" y="1794387"/>
            <a:ext cx="116138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Do we expect inter-individual behavioural differences?</a:t>
            </a:r>
          </a:p>
          <a:p>
            <a:endParaRPr lang="en-GB" sz="3600" b="1" noProof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Personality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Age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GB" sz="3600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Sex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GB" sz="3600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Social status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GB" sz="360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Health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GB" sz="3600" noProof="0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etc</a:t>
            </a:r>
          </a:p>
        </p:txBody>
      </p:sp>
    </p:spTree>
    <p:extLst>
      <p:ext uri="{BB962C8B-B14F-4D97-AF65-F5344CB8AC3E}">
        <p14:creationId xmlns:p14="http://schemas.microsoft.com/office/powerpoint/2010/main" val="2713721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4FB17-F8FD-3C9F-A545-A8430126F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C9152C-DAF7-0B7A-454C-BF8453F52590}"/>
              </a:ext>
            </a:extLst>
          </p:cNvPr>
          <p:cNvSpPr txBox="1"/>
          <p:nvPr/>
        </p:nvSpPr>
        <p:spPr>
          <a:xfrm>
            <a:off x="462116" y="471943"/>
            <a:ext cx="11179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Dealing with multiple individuals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E837ED-2DF9-DA3B-17AF-E290A68686CA}"/>
              </a:ext>
            </a:extLst>
          </p:cNvPr>
          <p:cNvSpPr txBox="1"/>
          <p:nvPr/>
        </p:nvSpPr>
        <p:spPr>
          <a:xfrm>
            <a:off x="737420" y="1794387"/>
            <a:ext cx="11613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How do we model variation between individuals?</a:t>
            </a:r>
            <a:endParaRPr lang="en-GB" sz="3600" noProof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F5C866EB-1705-FAB3-232A-BE2CD76AD99B}"/>
              </a:ext>
            </a:extLst>
          </p:cNvPr>
          <p:cNvSpPr txBox="1"/>
          <p:nvPr/>
        </p:nvSpPr>
        <p:spPr>
          <a:xfrm>
            <a:off x="1678804" y="4094117"/>
            <a:ext cx="8834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i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Fixed effects vs random effects</a:t>
            </a:r>
            <a:endParaRPr lang="en-GB" sz="3600" i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3834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1733A-2C09-600F-9A3D-E12B00AC5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7A503A-38E2-3474-37CD-8687FA0B9FCB}"/>
              </a:ext>
            </a:extLst>
          </p:cNvPr>
          <p:cNvSpPr txBox="1"/>
          <p:nvPr/>
        </p:nvSpPr>
        <p:spPr>
          <a:xfrm>
            <a:off x="870737" y="3013501"/>
            <a:ext cx="10450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Coding multiple individuals SSF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3146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67050-5F8E-27C5-41F5-FA6B45E85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EC881B-D292-D66B-9B91-A6C9ED95378B}"/>
              </a:ext>
            </a:extLst>
          </p:cNvPr>
          <p:cNvSpPr txBox="1"/>
          <p:nvPr/>
        </p:nvSpPr>
        <p:spPr>
          <a:xfrm>
            <a:off x="462116" y="471943"/>
            <a:ext cx="119027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Unconventional movement kernels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1655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CB117-9BAA-E02E-70D8-51F3379D6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0FE0DA-8AF1-1179-DADD-3CCA7A96B464}"/>
              </a:ext>
            </a:extLst>
          </p:cNvPr>
          <p:cNvSpPr txBox="1"/>
          <p:nvPr/>
        </p:nvSpPr>
        <p:spPr>
          <a:xfrm>
            <a:off x="462116" y="471943"/>
            <a:ext cx="117298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Unconventional movement kernels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4B5BFB-1EDA-B101-5E57-F1242576B746}"/>
              </a:ext>
            </a:extLst>
          </p:cNvPr>
          <p:cNvSpPr txBox="1"/>
          <p:nvPr/>
        </p:nvSpPr>
        <p:spPr>
          <a:xfrm>
            <a:off x="737420" y="1794387"/>
            <a:ext cx="11613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What is a movement kernel</a:t>
            </a:r>
            <a:endParaRPr lang="en-GB" sz="3600" noProof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77B57634-9A3A-F074-41FA-A36F585C61CC}"/>
              </a:ext>
            </a:extLst>
          </p:cNvPr>
          <p:cNvSpPr txBox="1"/>
          <p:nvPr/>
        </p:nvSpPr>
        <p:spPr>
          <a:xfrm>
            <a:off x="1678804" y="4094117"/>
            <a:ext cx="88343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i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How would you model movement in your study systems?</a:t>
            </a:r>
            <a:endParaRPr lang="en-GB" sz="3600" i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176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90809-AC83-0D5E-B32C-8D42C08C9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C8B36C-0462-7CBE-9B78-55544C1556CB}"/>
              </a:ext>
            </a:extLst>
          </p:cNvPr>
          <p:cNvSpPr txBox="1"/>
          <p:nvPr/>
        </p:nvSpPr>
        <p:spPr>
          <a:xfrm>
            <a:off x="462116" y="471943"/>
            <a:ext cx="117298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noProof="0">
                <a:solidFill>
                  <a:srgbClr val="E6E6E6"/>
                </a:solidFill>
                <a:latin typeface="Montserrat" panose="020F0502020204030204" pitchFamily="2" charset="0"/>
                <a:cs typeface="Segoe UI" panose="020B0502040204020203" pitchFamily="34" charset="0"/>
              </a:rPr>
              <a:t>Unconventional movement kernels</a:t>
            </a:r>
            <a:endParaRPr lang="en-GB" sz="4800" b="1" noProof="0" dirty="0">
              <a:solidFill>
                <a:srgbClr val="E6E6E6"/>
              </a:solidFill>
              <a:latin typeface="Montserrat" panose="020F0502020204030204" pitchFamily="2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67D0D1-D3AD-B2E7-7A9C-8F4D31ED90E2}"/>
              </a:ext>
            </a:extLst>
          </p:cNvPr>
          <p:cNvSpPr txBox="1"/>
          <p:nvPr/>
        </p:nvSpPr>
        <p:spPr>
          <a:xfrm>
            <a:off x="737420" y="1794387"/>
            <a:ext cx="11613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What is a movement kernel</a:t>
            </a:r>
            <a:endParaRPr lang="en-GB" sz="3600" noProof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3A498A8A-700B-23CA-D9E6-94E8F40FE2F7}"/>
              </a:ext>
            </a:extLst>
          </p:cNvPr>
          <p:cNvSpPr txBox="1"/>
          <p:nvPr/>
        </p:nvSpPr>
        <p:spPr>
          <a:xfrm>
            <a:off x="1678804" y="4094117"/>
            <a:ext cx="8834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i="1">
                <a:solidFill>
                  <a:srgbClr val="E6E6E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What does your data look like?</a:t>
            </a:r>
            <a:endParaRPr lang="en-GB" sz="3600" i="1" noProof="0" dirty="0">
              <a:solidFill>
                <a:srgbClr val="E6E6E6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2783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6684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468</Words>
  <Application>Microsoft Office PowerPoint</Application>
  <PresentationFormat>Widescreen</PresentationFormat>
  <Paragraphs>120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Montserrat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Nicolás Ordax Sommer</dc:creator>
  <cp:lastModifiedBy>Nicolás Ordax Sommer</cp:lastModifiedBy>
  <cp:revision>1</cp:revision>
  <dcterms:created xsi:type="dcterms:W3CDTF">2026-03-25T15:47:06Z</dcterms:created>
  <dcterms:modified xsi:type="dcterms:W3CDTF">2026-03-26T15:19:22Z</dcterms:modified>
</cp:coreProperties>
</file>